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5"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74" r:id="rId11"/>
    <p:sldId id="265" r:id="rId12"/>
    <p:sldId id="267" r:id="rId13"/>
    <p:sldId id="269" r:id="rId14"/>
    <p:sldId id="266" r:id="rId15"/>
    <p:sldId id="270" r:id="rId16"/>
    <p:sldId id="271" r:id="rId17"/>
    <p:sldId id="272" r:id="rId18"/>
    <p:sldId id="284" r:id="rId19"/>
    <p:sldId id="273" r:id="rId20"/>
    <p:sldId id="275" r:id="rId21"/>
    <p:sldId id="276" r:id="rId22"/>
    <p:sldId id="277" r:id="rId23"/>
    <p:sldId id="279" r:id="rId24"/>
    <p:sldId id="278" r:id="rId25"/>
    <p:sldId id="280" r:id="rId26"/>
    <p:sldId id="281" r:id="rId27"/>
    <p:sldId id="282" r:id="rId28"/>
    <p:sldId id="283"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30DD41-0FF5-535A-0B19-7E7866333F2B}" v="754" dt="2026-04-17T03:46:39.059"/>
    <p1510:client id="{A04B8DB3-0E07-4C81-8CE6-75F1F7AC2095}" v="444" dt="2026-04-17T03:52:44.5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8" d="100"/>
          <a:sy n="98" d="100"/>
        </p:scale>
        <p:origin x="96" y="1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ohan Wegener" userId="S::wegy1101@usherbrooke.ca::153c22c7-a944-4d63-a1e0-3418d5558bb3" providerId="AD" clId="Web-{1630DD41-0FF5-535A-0B19-7E7866333F2B}"/>
    <pc:docChg chg="modSld">
      <pc:chgData name="Yohan Wegener" userId="S::wegy1101@usherbrooke.ca::153c22c7-a944-4d63-a1e0-3418d5558bb3" providerId="AD" clId="Web-{1630DD41-0FF5-535A-0B19-7E7866333F2B}" dt="2026-04-17T03:46:39.059" v="676" actId="20577"/>
      <pc:docMkLst>
        <pc:docMk/>
      </pc:docMkLst>
      <pc:sldChg chg="modSp">
        <pc:chgData name="Yohan Wegener" userId="S::wegy1101@usherbrooke.ca::153c22c7-a944-4d63-a1e0-3418d5558bb3" providerId="AD" clId="Web-{1630DD41-0FF5-535A-0B19-7E7866333F2B}" dt="2026-04-17T02:51:49.773" v="125" actId="20577"/>
        <pc:sldMkLst>
          <pc:docMk/>
          <pc:sldMk cId="400772557" sldId="266"/>
        </pc:sldMkLst>
        <pc:spChg chg="mod">
          <ac:chgData name="Yohan Wegener" userId="S::wegy1101@usherbrooke.ca::153c22c7-a944-4d63-a1e0-3418d5558bb3" providerId="AD" clId="Web-{1630DD41-0FF5-535A-0B19-7E7866333F2B}" dt="2026-04-17T02:51:49.773" v="125" actId="20577"/>
          <ac:spMkLst>
            <pc:docMk/>
            <pc:sldMk cId="400772557" sldId="266"/>
            <ac:spMk id="3" creationId="{7C8FECE2-37AA-AFF5-7D1E-A6F3BA91F380}"/>
          </ac:spMkLst>
        </pc:spChg>
      </pc:sldChg>
      <pc:sldChg chg="modSp">
        <pc:chgData name="Yohan Wegener" userId="S::wegy1101@usherbrooke.ca::153c22c7-a944-4d63-a1e0-3418d5558bb3" providerId="AD" clId="Web-{1630DD41-0FF5-535A-0B19-7E7866333F2B}" dt="2026-04-17T03:46:39.059" v="676" actId="20577"/>
        <pc:sldMkLst>
          <pc:docMk/>
          <pc:sldMk cId="1896708259" sldId="271"/>
        </pc:sldMkLst>
        <pc:spChg chg="mod">
          <ac:chgData name="Yohan Wegener" userId="S::wegy1101@usherbrooke.ca::153c22c7-a944-4d63-a1e0-3418d5558bb3" providerId="AD" clId="Web-{1630DD41-0FF5-535A-0B19-7E7866333F2B}" dt="2026-04-17T03:46:39.059" v="676" actId="20577"/>
          <ac:spMkLst>
            <pc:docMk/>
            <pc:sldMk cId="1896708259" sldId="271"/>
            <ac:spMk id="3" creationId="{76E70E93-C46E-8BE3-F6AA-2FF55DA44A33}"/>
          </ac:spMkLst>
        </pc:spChg>
      </pc:sldChg>
      <pc:sldChg chg="addSp modSp">
        <pc:chgData name="Yohan Wegener" userId="S::wegy1101@usherbrooke.ca::153c22c7-a944-4d63-a1e0-3418d5558bb3" providerId="AD" clId="Web-{1630DD41-0FF5-535A-0B19-7E7866333F2B}" dt="2026-04-17T02:50:00.915" v="122" actId="20577"/>
        <pc:sldMkLst>
          <pc:docMk/>
          <pc:sldMk cId="1439899674" sldId="277"/>
        </pc:sldMkLst>
        <pc:spChg chg="add mod">
          <ac:chgData name="Yohan Wegener" userId="S::wegy1101@usherbrooke.ca::153c22c7-a944-4d63-a1e0-3418d5558bb3" providerId="AD" clId="Web-{1630DD41-0FF5-535A-0B19-7E7866333F2B}" dt="2026-04-17T02:50:00.915" v="122" actId="20577"/>
          <ac:spMkLst>
            <pc:docMk/>
            <pc:sldMk cId="1439899674" sldId="277"/>
            <ac:spMk id="7" creationId="{0CFDC0D7-A429-9AC3-FCDF-757E320C4F4F}"/>
          </ac:spMkLst>
        </pc:spChg>
        <pc:picChg chg="add mod">
          <ac:chgData name="Yohan Wegener" userId="S::wegy1101@usherbrooke.ca::153c22c7-a944-4d63-a1e0-3418d5558bb3" providerId="AD" clId="Web-{1630DD41-0FF5-535A-0B19-7E7866333F2B}" dt="2026-04-17T02:49:13.290" v="114" actId="1076"/>
          <ac:picMkLst>
            <pc:docMk/>
            <pc:sldMk cId="1439899674" sldId="277"/>
            <ac:picMk id="4" creationId="{CE13E1AA-574C-9647-8090-2359241D2563}"/>
          </ac:picMkLst>
        </pc:picChg>
        <pc:picChg chg="mod">
          <ac:chgData name="Yohan Wegener" userId="S::wegy1101@usherbrooke.ca::153c22c7-a944-4d63-a1e0-3418d5558bb3" providerId="AD" clId="Web-{1630DD41-0FF5-535A-0B19-7E7866333F2B}" dt="2026-04-17T02:43:03.195" v="37" actId="1076"/>
          <ac:picMkLst>
            <pc:docMk/>
            <pc:sldMk cId="1439899674" sldId="277"/>
            <ac:picMk id="5" creationId="{DEB15709-306B-BF61-202F-0B24322B33AC}"/>
          </ac:picMkLst>
        </pc:picChg>
      </pc:sldChg>
      <pc:sldChg chg="modSp">
        <pc:chgData name="Yohan Wegener" userId="S::wegy1101@usherbrooke.ca::153c22c7-a944-4d63-a1e0-3418d5558bb3" providerId="AD" clId="Web-{1630DD41-0FF5-535A-0B19-7E7866333F2B}" dt="2026-04-17T02:48:28.728" v="110" actId="20577"/>
        <pc:sldMkLst>
          <pc:docMk/>
          <pc:sldMk cId="2449617363" sldId="278"/>
        </pc:sldMkLst>
        <pc:spChg chg="mod">
          <ac:chgData name="Yohan Wegener" userId="S::wegy1101@usherbrooke.ca::153c22c7-a944-4d63-a1e0-3418d5558bb3" providerId="AD" clId="Web-{1630DD41-0FF5-535A-0B19-7E7866333F2B}" dt="2026-04-17T02:48:28.728" v="110" actId="20577"/>
          <ac:spMkLst>
            <pc:docMk/>
            <pc:sldMk cId="2449617363" sldId="278"/>
            <ac:spMk id="8" creationId="{E86FE8AB-8CA2-26C6-1EA0-DD8874CA071A}"/>
          </ac:spMkLst>
        </pc:spChg>
      </pc:sldChg>
      <pc:sldChg chg="addSp delSp modSp">
        <pc:chgData name="Yohan Wegener" userId="S::wegy1101@usherbrooke.ca::153c22c7-a944-4d63-a1e0-3418d5558bb3" providerId="AD" clId="Web-{1630DD41-0FF5-535A-0B19-7E7866333F2B}" dt="2026-04-17T02:49:53.821" v="120" actId="20577"/>
        <pc:sldMkLst>
          <pc:docMk/>
          <pc:sldMk cId="422633496" sldId="279"/>
        </pc:sldMkLst>
        <pc:spChg chg="add del mod">
          <ac:chgData name="Yohan Wegener" userId="S::wegy1101@usherbrooke.ca::153c22c7-a944-4d63-a1e0-3418d5558bb3" providerId="AD" clId="Web-{1630DD41-0FF5-535A-0B19-7E7866333F2B}" dt="2026-04-17T02:43:45.554" v="41"/>
          <ac:spMkLst>
            <pc:docMk/>
            <pc:sldMk cId="422633496" sldId="279"/>
            <ac:spMk id="4" creationId="{26EC10CD-7911-16E9-CF69-E000A2AE26A6}"/>
          </ac:spMkLst>
        </pc:spChg>
        <pc:spChg chg="add del mod">
          <ac:chgData name="Yohan Wegener" userId="S::wegy1101@usherbrooke.ca::153c22c7-a944-4d63-a1e0-3418d5558bb3" providerId="AD" clId="Web-{1630DD41-0FF5-535A-0B19-7E7866333F2B}" dt="2026-04-17T02:43:49.226" v="43"/>
          <ac:spMkLst>
            <pc:docMk/>
            <pc:sldMk cId="422633496" sldId="279"/>
            <ac:spMk id="5" creationId="{FA19858B-402C-65F0-70EB-07E3F96A8FAC}"/>
          </ac:spMkLst>
        </pc:spChg>
        <pc:spChg chg="add mod">
          <ac:chgData name="Yohan Wegener" userId="S::wegy1101@usherbrooke.ca::153c22c7-a944-4d63-a1e0-3418d5558bb3" providerId="AD" clId="Web-{1630DD41-0FF5-535A-0B19-7E7866333F2B}" dt="2026-04-17T02:49:53.821" v="120" actId="20577"/>
          <ac:spMkLst>
            <pc:docMk/>
            <pc:sldMk cId="422633496" sldId="279"/>
            <ac:spMk id="10" creationId="{AFB3B927-A1C8-2A1B-8DE6-E6D0DA677662}"/>
          </ac:spMkLst>
        </pc:spChg>
        <pc:picChg chg="add del mod">
          <ac:chgData name="Yohan Wegener" userId="S::wegy1101@usherbrooke.ca::153c22c7-a944-4d63-a1e0-3418d5558bb3" providerId="AD" clId="Web-{1630DD41-0FF5-535A-0B19-7E7866333F2B}" dt="2026-04-17T02:45:31.149" v="54"/>
          <ac:picMkLst>
            <pc:docMk/>
            <pc:sldMk cId="422633496" sldId="279"/>
            <ac:picMk id="3" creationId="{C95A0799-7064-3DC9-29F6-D7606545B43E}"/>
          </ac:picMkLst>
        </pc:picChg>
        <pc:picChg chg="add del">
          <ac:chgData name="Yohan Wegener" userId="S::wegy1101@usherbrooke.ca::153c22c7-a944-4d63-a1e0-3418d5558bb3" providerId="AD" clId="Web-{1630DD41-0FF5-535A-0B19-7E7866333F2B}" dt="2026-04-17T02:44:15.945" v="47"/>
          <ac:picMkLst>
            <pc:docMk/>
            <pc:sldMk cId="422633496" sldId="279"/>
            <ac:picMk id="7" creationId="{C7A65710-073B-0EAC-45B6-44353D06438E}"/>
          </ac:picMkLst>
        </pc:picChg>
        <pc:picChg chg="mod">
          <ac:chgData name="Yohan Wegener" userId="S::wegy1101@usherbrooke.ca::153c22c7-a944-4d63-a1e0-3418d5558bb3" providerId="AD" clId="Web-{1630DD41-0FF5-535A-0B19-7E7866333F2B}" dt="2026-04-17T02:44:41.335" v="50" actId="14100"/>
          <ac:picMkLst>
            <pc:docMk/>
            <pc:sldMk cId="422633496" sldId="279"/>
            <ac:picMk id="9" creationId="{CE99E6EA-6C50-A9AF-63F6-B30BF2E36593}"/>
          </ac:picMkLst>
        </pc:picChg>
        <pc:picChg chg="add del mod">
          <ac:chgData name="Yohan Wegener" userId="S::wegy1101@usherbrooke.ca::153c22c7-a944-4d63-a1e0-3418d5558bb3" providerId="AD" clId="Web-{1630DD41-0FF5-535A-0B19-7E7866333F2B}" dt="2026-04-17T02:46:52.306" v="66"/>
          <ac:picMkLst>
            <pc:docMk/>
            <pc:sldMk cId="422633496" sldId="279"/>
            <ac:picMk id="12" creationId="{51A5DF42-88B0-F2EB-3D83-5ED0C2C5634C}"/>
          </ac:picMkLst>
        </pc:picChg>
        <pc:picChg chg="add mod">
          <ac:chgData name="Yohan Wegener" userId="S::wegy1101@usherbrooke.ca::153c22c7-a944-4d63-a1e0-3418d5558bb3" providerId="AD" clId="Web-{1630DD41-0FF5-535A-0B19-7E7866333F2B}" dt="2026-04-17T02:47:07.275" v="69" actId="14100"/>
          <ac:picMkLst>
            <pc:docMk/>
            <pc:sldMk cId="422633496" sldId="279"/>
            <ac:picMk id="14" creationId="{8452DDBC-4E2F-4D55-51AA-89FCE11E2F02}"/>
          </ac:picMkLst>
        </pc:picChg>
      </pc:sldChg>
      <pc:sldChg chg="modSp">
        <pc:chgData name="Yohan Wegener" userId="S::wegy1101@usherbrooke.ca::153c22c7-a944-4d63-a1e0-3418d5558bb3" providerId="AD" clId="Web-{1630DD41-0FF5-535A-0B19-7E7866333F2B}" dt="2026-04-17T03:35:07.726" v="647" actId="20577"/>
        <pc:sldMkLst>
          <pc:docMk/>
          <pc:sldMk cId="901628721" sldId="280"/>
        </pc:sldMkLst>
        <pc:spChg chg="mod">
          <ac:chgData name="Yohan Wegener" userId="S::wegy1101@usherbrooke.ca::153c22c7-a944-4d63-a1e0-3418d5558bb3" providerId="AD" clId="Web-{1630DD41-0FF5-535A-0B19-7E7866333F2B}" dt="2026-04-17T03:35:07.726" v="647" actId="20577"/>
          <ac:spMkLst>
            <pc:docMk/>
            <pc:sldMk cId="901628721" sldId="280"/>
            <ac:spMk id="3" creationId="{7FDDC518-1F1F-76F1-2545-8D01AE3B32C4}"/>
          </ac:spMkLst>
        </pc:spChg>
      </pc:sldChg>
      <pc:sldChg chg="modSp">
        <pc:chgData name="Yohan Wegener" userId="S::wegy1101@usherbrooke.ca::153c22c7-a944-4d63-a1e0-3418d5558bb3" providerId="AD" clId="Web-{1630DD41-0FF5-535A-0B19-7E7866333F2B}" dt="2026-04-17T02:39:23.179" v="5" actId="20577"/>
        <pc:sldMkLst>
          <pc:docMk/>
          <pc:sldMk cId="1209728823" sldId="281"/>
        </pc:sldMkLst>
        <pc:spChg chg="mod">
          <ac:chgData name="Yohan Wegener" userId="S::wegy1101@usherbrooke.ca::153c22c7-a944-4d63-a1e0-3418d5558bb3" providerId="AD" clId="Web-{1630DD41-0FF5-535A-0B19-7E7866333F2B}" dt="2026-04-17T02:39:23.179" v="5" actId="20577"/>
          <ac:spMkLst>
            <pc:docMk/>
            <pc:sldMk cId="1209728823" sldId="281"/>
            <ac:spMk id="3" creationId="{D5F08C3C-2B07-D167-483B-592FFD9479FB}"/>
          </ac:spMkLst>
        </pc:spChg>
      </pc:sldChg>
      <pc:sldChg chg="modSp">
        <pc:chgData name="Yohan Wegener" userId="S::wegy1101@usherbrooke.ca::153c22c7-a944-4d63-a1e0-3418d5558bb3" providerId="AD" clId="Web-{1630DD41-0FF5-535A-0B19-7E7866333F2B}" dt="2026-04-17T03:37:46.198" v="671" actId="20577"/>
        <pc:sldMkLst>
          <pc:docMk/>
          <pc:sldMk cId="2393943690" sldId="284"/>
        </pc:sldMkLst>
        <pc:spChg chg="mod">
          <ac:chgData name="Yohan Wegener" userId="S::wegy1101@usherbrooke.ca::153c22c7-a944-4d63-a1e0-3418d5558bb3" providerId="AD" clId="Web-{1630DD41-0FF5-535A-0B19-7E7866333F2B}" dt="2026-04-17T03:37:46.198" v="671" actId="20577"/>
          <ac:spMkLst>
            <pc:docMk/>
            <pc:sldMk cId="2393943690" sldId="284"/>
            <ac:spMk id="2" creationId="{17A7EB5A-FA1F-F440-F699-BDAE13D981A1}"/>
          </ac:spMkLst>
        </pc:spChg>
      </pc:sldChg>
    </pc:docChg>
  </pc:docChgLst>
  <pc:docChgLst>
    <pc:chgData name="Tristan Plasse" userId="13c698b9-43c4-4271-b359-faaadca0774b" providerId="ADAL" clId="{FE460185-D4AE-4375-BA71-CD1D7F2341F0}"/>
    <pc:docChg chg="undo custSel addSld delSld modSld sldOrd addMainMaster delMainMaster">
      <pc:chgData name="Tristan Plasse" userId="13c698b9-43c4-4271-b359-faaadca0774b" providerId="ADAL" clId="{FE460185-D4AE-4375-BA71-CD1D7F2341F0}" dt="2026-04-17T03:52:44.575" v="5859" actId="20577"/>
      <pc:docMkLst>
        <pc:docMk/>
      </pc:docMkLst>
      <pc:sldChg chg="addSp delSp modSp mod setBg modClrScheme setClrOvrMap chgLayout modNotesTx">
        <pc:chgData name="Tristan Plasse" userId="13c698b9-43c4-4271-b359-faaadca0774b" providerId="ADAL" clId="{FE460185-D4AE-4375-BA71-CD1D7F2341F0}" dt="2026-04-17T03:46:17.030" v="5680" actId="20577"/>
        <pc:sldMkLst>
          <pc:docMk/>
          <pc:sldMk cId="3055694646" sldId="256"/>
        </pc:sldMkLst>
        <pc:spChg chg="add del mod ord">
          <ac:chgData name="Tristan Plasse" userId="13c698b9-43c4-4271-b359-faaadca0774b" providerId="ADAL" clId="{FE460185-D4AE-4375-BA71-CD1D7F2341F0}" dt="2026-04-15T20:11:02.110" v="50" actId="26606"/>
          <ac:spMkLst>
            <pc:docMk/>
            <pc:sldMk cId="3055694646" sldId="256"/>
            <ac:spMk id="2" creationId="{0CE52AE1-F528-9ADC-1794-EB43A5F9C6EB}"/>
          </ac:spMkLst>
        </pc:spChg>
        <pc:spChg chg="add mod">
          <ac:chgData name="Tristan Plasse" userId="13c698b9-43c4-4271-b359-faaadca0774b" providerId="ADAL" clId="{FE460185-D4AE-4375-BA71-CD1D7F2341F0}" dt="2026-04-15T20:11:43.034" v="71" actId="1076"/>
          <ac:spMkLst>
            <pc:docMk/>
            <pc:sldMk cId="3055694646" sldId="256"/>
            <ac:spMk id="6" creationId="{600198B9-2037-B1E5-2DF2-16A96F60CC76}"/>
          </ac:spMkLst>
        </pc:spChg>
        <pc:spChg chg="add">
          <ac:chgData name="Tristan Plasse" userId="13c698b9-43c4-4271-b359-faaadca0774b" providerId="ADAL" clId="{FE460185-D4AE-4375-BA71-CD1D7F2341F0}" dt="2026-04-15T20:11:02.110" v="50" actId="26606"/>
          <ac:spMkLst>
            <pc:docMk/>
            <pc:sldMk cId="3055694646" sldId="256"/>
            <ac:spMk id="1036" creationId="{0EECA69B-4C2A-7F31-8019-E90DB3BD49CB}"/>
          </ac:spMkLst>
        </pc:spChg>
        <pc:spChg chg="add">
          <ac:chgData name="Tristan Plasse" userId="13c698b9-43c4-4271-b359-faaadca0774b" providerId="ADAL" clId="{FE460185-D4AE-4375-BA71-CD1D7F2341F0}" dt="2026-04-15T20:11:02.110" v="50" actId="26606"/>
          <ac:spMkLst>
            <pc:docMk/>
            <pc:sldMk cId="3055694646" sldId="256"/>
            <ac:spMk id="1038" creationId="{857DEAC1-B3AA-6569-0A44-A191DF2F3C67}"/>
          </ac:spMkLst>
        </pc:spChg>
        <pc:picChg chg="mod">
          <ac:chgData name="Tristan Plasse" userId="13c698b9-43c4-4271-b359-faaadca0774b" providerId="ADAL" clId="{FE460185-D4AE-4375-BA71-CD1D7F2341F0}" dt="2026-04-15T20:11:02.110" v="50" actId="26606"/>
          <ac:picMkLst>
            <pc:docMk/>
            <pc:sldMk cId="3055694646" sldId="256"/>
            <ac:picMk id="1026" creationId="{0CB3B93C-FECB-E6B1-0F9A-DA4D100674A8}"/>
          </ac:picMkLst>
        </pc:picChg>
      </pc:sldChg>
      <pc:sldChg chg="addSp delSp modSp new mod setBg modNotesTx">
        <pc:chgData name="Tristan Plasse" userId="13c698b9-43c4-4271-b359-faaadca0774b" providerId="ADAL" clId="{FE460185-D4AE-4375-BA71-CD1D7F2341F0}" dt="2026-04-17T03:46:22.950" v="5691" actId="20577"/>
        <pc:sldMkLst>
          <pc:docMk/>
          <pc:sldMk cId="1391683424" sldId="257"/>
        </pc:sldMkLst>
        <pc:spChg chg="mod">
          <ac:chgData name="Tristan Plasse" userId="13c698b9-43c4-4271-b359-faaadca0774b" providerId="ADAL" clId="{FE460185-D4AE-4375-BA71-CD1D7F2341F0}" dt="2026-04-15T20:15:07.032" v="106" actId="26606"/>
          <ac:spMkLst>
            <pc:docMk/>
            <pc:sldMk cId="1391683424" sldId="257"/>
            <ac:spMk id="2" creationId="{3966A9B0-B00E-6660-A54E-CFEC48403854}"/>
          </ac:spMkLst>
        </pc:spChg>
        <pc:spChg chg="add mod">
          <ac:chgData name="Tristan Plasse" userId="13c698b9-43c4-4271-b359-faaadca0774b" providerId="ADAL" clId="{FE460185-D4AE-4375-BA71-CD1D7F2341F0}" dt="2026-04-15T20:39:46.867" v="256" actId="20577"/>
          <ac:spMkLst>
            <pc:docMk/>
            <pc:sldMk cId="1391683424" sldId="257"/>
            <ac:spMk id="6" creationId="{124E7EEB-9B05-0948-3014-4C918A1E1AF7}"/>
          </ac:spMkLst>
        </pc:spChg>
        <pc:spChg chg="add">
          <ac:chgData name="Tristan Plasse" userId="13c698b9-43c4-4271-b359-faaadca0774b" providerId="ADAL" clId="{FE460185-D4AE-4375-BA71-CD1D7F2341F0}" dt="2026-04-15T20:15:07.032" v="106" actId="26606"/>
          <ac:spMkLst>
            <pc:docMk/>
            <pc:sldMk cId="1391683424" sldId="257"/>
            <ac:spMk id="14" creationId="{33E93247-6229-44AB-A550-739E971E690B}"/>
          </ac:spMkLst>
        </pc:spChg>
        <pc:picChg chg="add mod">
          <ac:chgData name="Tristan Plasse" userId="13c698b9-43c4-4271-b359-faaadca0774b" providerId="ADAL" clId="{FE460185-D4AE-4375-BA71-CD1D7F2341F0}" dt="2026-04-15T20:15:07.032" v="106" actId="26606"/>
          <ac:picMkLst>
            <pc:docMk/>
            <pc:sldMk cId="1391683424" sldId="257"/>
            <ac:picMk id="5" creationId="{65DA162E-E9CE-5AEB-BBA2-D5769AD0C527}"/>
          </ac:picMkLst>
        </pc:picChg>
        <pc:cxnChg chg="add">
          <ac:chgData name="Tristan Plasse" userId="13c698b9-43c4-4271-b359-faaadca0774b" providerId="ADAL" clId="{FE460185-D4AE-4375-BA71-CD1D7F2341F0}" dt="2026-04-15T20:15:07.032" v="106" actId="26606"/>
          <ac:cxnSpMkLst>
            <pc:docMk/>
            <pc:sldMk cId="1391683424" sldId="257"/>
            <ac:cxnSpMk id="10" creationId="{F64F9B95-9045-48D2-B9F3-2927E98F54AA}"/>
          </ac:cxnSpMkLst>
        </pc:cxnChg>
        <pc:cxnChg chg="add">
          <ac:chgData name="Tristan Plasse" userId="13c698b9-43c4-4271-b359-faaadca0774b" providerId="ADAL" clId="{FE460185-D4AE-4375-BA71-CD1D7F2341F0}" dt="2026-04-15T20:15:07.032" v="106" actId="26606"/>
          <ac:cxnSpMkLst>
            <pc:docMk/>
            <pc:sldMk cId="1391683424" sldId="257"/>
            <ac:cxnSpMk id="12" creationId="{085AA86F-6A4D-4BCB-A045-D992CDC2959B}"/>
          </ac:cxnSpMkLst>
        </pc:cxnChg>
        <pc:cxnChg chg="add">
          <ac:chgData name="Tristan Plasse" userId="13c698b9-43c4-4271-b359-faaadca0774b" providerId="ADAL" clId="{FE460185-D4AE-4375-BA71-CD1D7F2341F0}" dt="2026-04-15T20:15:07.032" v="106" actId="26606"/>
          <ac:cxnSpMkLst>
            <pc:docMk/>
            <pc:sldMk cId="1391683424" sldId="257"/>
            <ac:cxnSpMk id="16" creationId="{EE2E603F-4A95-4FE8-BB06-211DFD75DBEF}"/>
          </ac:cxnSpMkLst>
        </pc:cxnChg>
      </pc:sldChg>
      <pc:sldChg chg="addSp delSp modSp new mod modNotesTx">
        <pc:chgData name="Tristan Plasse" userId="13c698b9-43c4-4271-b359-faaadca0774b" providerId="ADAL" clId="{FE460185-D4AE-4375-BA71-CD1D7F2341F0}" dt="2026-04-17T03:46:29.588" v="5704" actId="20577"/>
        <pc:sldMkLst>
          <pc:docMk/>
          <pc:sldMk cId="2350281507" sldId="258"/>
        </pc:sldMkLst>
        <pc:spChg chg="mod">
          <ac:chgData name="Tristan Plasse" userId="13c698b9-43c4-4271-b359-faaadca0774b" providerId="ADAL" clId="{FE460185-D4AE-4375-BA71-CD1D7F2341F0}" dt="2026-04-15T20:40:14.005" v="282" actId="20577"/>
          <ac:spMkLst>
            <pc:docMk/>
            <pc:sldMk cId="2350281507" sldId="258"/>
            <ac:spMk id="2" creationId="{85F7DF9E-5635-E99D-49EF-F09E563F0FE1}"/>
          </ac:spMkLst>
        </pc:spChg>
        <pc:spChg chg="del mod">
          <ac:chgData name="Tristan Plasse" userId="13c698b9-43c4-4271-b359-faaadca0774b" providerId="ADAL" clId="{FE460185-D4AE-4375-BA71-CD1D7F2341F0}" dt="2026-04-17T03:31:41.256" v="5597" actId="26606"/>
          <ac:spMkLst>
            <pc:docMk/>
            <pc:sldMk cId="2350281507" sldId="258"/>
            <ac:spMk id="3" creationId="{08F967FB-148E-F4FA-95FA-17BCCB19C653}"/>
          </ac:spMkLst>
        </pc:spChg>
        <pc:spChg chg="add mod">
          <ac:chgData name="Tristan Plasse" userId="13c698b9-43c4-4271-b359-faaadca0774b" providerId="ADAL" clId="{FE460185-D4AE-4375-BA71-CD1D7F2341F0}" dt="2026-04-15T21:49:45.861" v="709" actId="1076"/>
          <ac:spMkLst>
            <pc:docMk/>
            <pc:sldMk cId="2350281507" sldId="258"/>
            <ac:spMk id="4" creationId="{3C84EBBA-709C-4ACC-BEB0-09511221D222}"/>
          </ac:spMkLst>
        </pc:spChg>
        <pc:graphicFrameChg chg="add">
          <ac:chgData name="Tristan Plasse" userId="13c698b9-43c4-4271-b359-faaadca0774b" providerId="ADAL" clId="{FE460185-D4AE-4375-BA71-CD1D7F2341F0}" dt="2026-04-17T03:31:41.256" v="5597" actId="26606"/>
          <ac:graphicFrameMkLst>
            <pc:docMk/>
            <pc:sldMk cId="2350281507" sldId="258"/>
            <ac:graphicFrameMk id="6" creationId="{5A794BAE-EB09-B02E-F77D-B89EA998F569}"/>
          </ac:graphicFrameMkLst>
        </pc:graphicFrameChg>
      </pc:sldChg>
      <pc:sldChg chg="addSp delSp modSp new mod setBg modNotesTx">
        <pc:chgData name="Tristan Plasse" userId="13c698b9-43c4-4271-b359-faaadca0774b" providerId="ADAL" clId="{FE460185-D4AE-4375-BA71-CD1D7F2341F0}" dt="2026-04-17T03:46:33.294" v="5709" actId="20577"/>
        <pc:sldMkLst>
          <pc:docMk/>
          <pc:sldMk cId="2325527580" sldId="259"/>
        </pc:sldMkLst>
        <pc:spChg chg="mod">
          <ac:chgData name="Tristan Plasse" userId="13c698b9-43c4-4271-b359-faaadca0774b" providerId="ADAL" clId="{FE460185-D4AE-4375-BA71-CD1D7F2341F0}" dt="2026-04-15T21:43:10.126" v="527" actId="26606"/>
          <ac:spMkLst>
            <pc:docMk/>
            <pc:sldMk cId="2325527580" sldId="259"/>
            <ac:spMk id="2" creationId="{99FA08C0-86C6-2EC3-99EB-1F5428E7314C}"/>
          </ac:spMkLst>
        </pc:spChg>
        <pc:spChg chg="mod ord">
          <ac:chgData name="Tristan Plasse" userId="13c698b9-43c4-4271-b359-faaadca0774b" providerId="ADAL" clId="{FE460185-D4AE-4375-BA71-CD1D7F2341F0}" dt="2026-04-15T21:43:10.126" v="527" actId="26606"/>
          <ac:spMkLst>
            <pc:docMk/>
            <pc:sldMk cId="2325527580" sldId="259"/>
            <ac:spMk id="3" creationId="{7BB24C08-EB63-95EB-768C-99638678B5F8}"/>
          </ac:spMkLst>
        </pc:spChg>
        <pc:picChg chg="add mod modCrop">
          <ac:chgData name="Tristan Plasse" userId="13c698b9-43c4-4271-b359-faaadca0774b" providerId="ADAL" clId="{FE460185-D4AE-4375-BA71-CD1D7F2341F0}" dt="2026-04-15T21:44:19.349" v="540" actId="1076"/>
          <ac:picMkLst>
            <pc:docMk/>
            <pc:sldMk cId="2325527580" sldId="259"/>
            <ac:picMk id="7" creationId="{AF1EF429-633A-7988-D1D5-91EBC3583ADA}"/>
          </ac:picMkLst>
        </pc:picChg>
      </pc:sldChg>
      <pc:sldChg chg="addSp modSp new mod modNotesTx">
        <pc:chgData name="Tristan Plasse" userId="13c698b9-43c4-4271-b359-faaadca0774b" providerId="ADAL" clId="{FE460185-D4AE-4375-BA71-CD1D7F2341F0}" dt="2026-04-17T03:46:36.647" v="5714" actId="20577"/>
        <pc:sldMkLst>
          <pc:docMk/>
          <pc:sldMk cId="1599520098" sldId="260"/>
        </pc:sldMkLst>
        <pc:spChg chg="mod">
          <ac:chgData name="Tristan Plasse" userId="13c698b9-43c4-4271-b359-faaadca0774b" providerId="ADAL" clId="{FE460185-D4AE-4375-BA71-CD1D7F2341F0}" dt="2026-04-15T21:45:24.613" v="548" actId="20577"/>
          <ac:spMkLst>
            <pc:docMk/>
            <pc:sldMk cId="1599520098" sldId="260"/>
            <ac:spMk id="2" creationId="{E7C3E5AF-0986-10C7-5B5A-31AFD32351E0}"/>
          </ac:spMkLst>
        </pc:spChg>
        <pc:spChg chg="mod">
          <ac:chgData name="Tristan Plasse" userId="13c698b9-43c4-4271-b359-faaadca0774b" providerId="ADAL" clId="{FE460185-D4AE-4375-BA71-CD1D7F2341F0}" dt="2026-04-15T21:48:26.450" v="701" actId="2710"/>
          <ac:spMkLst>
            <pc:docMk/>
            <pc:sldMk cId="1599520098" sldId="260"/>
            <ac:spMk id="3" creationId="{F6627DAA-C04C-19E3-39BE-69C18BACE455}"/>
          </ac:spMkLst>
        </pc:spChg>
        <pc:spChg chg="add mod">
          <ac:chgData name="Tristan Plasse" userId="13c698b9-43c4-4271-b359-faaadca0774b" providerId="ADAL" clId="{FE460185-D4AE-4375-BA71-CD1D7F2341F0}" dt="2026-04-15T21:49:40.774" v="708" actId="1076"/>
          <ac:spMkLst>
            <pc:docMk/>
            <pc:sldMk cId="1599520098" sldId="260"/>
            <ac:spMk id="4" creationId="{33A4A1E8-3978-9829-02B8-61A4FC6F24CA}"/>
          </ac:spMkLst>
        </pc:spChg>
      </pc:sldChg>
      <pc:sldChg chg="addSp modSp new mod modNotesTx">
        <pc:chgData name="Tristan Plasse" userId="13c698b9-43c4-4271-b359-faaadca0774b" providerId="ADAL" clId="{FE460185-D4AE-4375-BA71-CD1D7F2341F0}" dt="2026-04-17T03:46:39.533" v="5719" actId="20577"/>
        <pc:sldMkLst>
          <pc:docMk/>
          <pc:sldMk cId="168328588" sldId="261"/>
        </pc:sldMkLst>
        <pc:spChg chg="mod">
          <ac:chgData name="Tristan Plasse" userId="13c698b9-43c4-4271-b359-faaadca0774b" providerId="ADAL" clId="{FE460185-D4AE-4375-BA71-CD1D7F2341F0}" dt="2026-04-15T21:50:55.598" v="726" actId="20577"/>
          <ac:spMkLst>
            <pc:docMk/>
            <pc:sldMk cId="168328588" sldId="261"/>
            <ac:spMk id="2" creationId="{AEE04216-6D2E-A2C1-A5AA-428D85FBE4CC}"/>
          </ac:spMkLst>
        </pc:spChg>
        <pc:spChg chg="mod">
          <ac:chgData name="Tristan Plasse" userId="13c698b9-43c4-4271-b359-faaadca0774b" providerId="ADAL" clId="{FE460185-D4AE-4375-BA71-CD1D7F2341F0}" dt="2026-04-15T21:54:55.805" v="895" actId="2710"/>
          <ac:spMkLst>
            <pc:docMk/>
            <pc:sldMk cId="168328588" sldId="261"/>
            <ac:spMk id="3" creationId="{A014C97A-8C97-1B8C-F372-DA9FF8D7DB66}"/>
          </ac:spMkLst>
        </pc:spChg>
        <pc:spChg chg="add mod">
          <ac:chgData name="Tristan Plasse" userId="13c698b9-43c4-4271-b359-faaadca0774b" providerId="ADAL" clId="{FE460185-D4AE-4375-BA71-CD1D7F2341F0}" dt="2026-04-15T21:54:48.029" v="894" actId="1076"/>
          <ac:spMkLst>
            <pc:docMk/>
            <pc:sldMk cId="168328588" sldId="261"/>
            <ac:spMk id="4" creationId="{8087E245-C941-CE6D-30E8-F3BF687A91FC}"/>
          </ac:spMkLst>
        </pc:spChg>
      </pc:sldChg>
      <pc:sldChg chg="addSp delSp modSp new mod setBg modNotesTx">
        <pc:chgData name="Tristan Plasse" userId="13c698b9-43c4-4271-b359-faaadca0774b" providerId="ADAL" clId="{FE460185-D4AE-4375-BA71-CD1D7F2341F0}" dt="2026-04-15T23:11:54.897" v="1052" actId="20577"/>
        <pc:sldMkLst>
          <pc:docMk/>
          <pc:sldMk cId="1893348209" sldId="262"/>
        </pc:sldMkLst>
        <pc:spChg chg="mod">
          <ac:chgData name="Tristan Plasse" userId="13c698b9-43c4-4271-b359-faaadca0774b" providerId="ADAL" clId="{FE460185-D4AE-4375-BA71-CD1D7F2341F0}" dt="2026-04-15T23:11:02.708" v="973" actId="26606"/>
          <ac:spMkLst>
            <pc:docMk/>
            <pc:sldMk cId="1893348209" sldId="262"/>
            <ac:spMk id="2" creationId="{F6B467CA-0C42-6E0A-98D0-B6F643A87434}"/>
          </ac:spMkLst>
        </pc:spChg>
        <pc:spChg chg="add">
          <ac:chgData name="Tristan Plasse" userId="13c698b9-43c4-4271-b359-faaadca0774b" providerId="ADAL" clId="{FE460185-D4AE-4375-BA71-CD1D7F2341F0}" dt="2026-04-15T23:11:02.708" v="973" actId="26606"/>
          <ac:spMkLst>
            <pc:docMk/>
            <pc:sldMk cId="1893348209" sldId="262"/>
            <ac:spMk id="11" creationId="{DEF92653-5D6D-47E6-8744-0DAF76E049C4}"/>
          </ac:spMkLst>
        </pc:spChg>
        <pc:cxnChg chg="add">
          <ac:chgData name="Tristan Plasse" userId="13c698b9-43c4-4271-b359-faaadca0774b" providerId="ADAL" clId="{FE460185-D4AE-4375-BA71-CD1D7F2341F0}" dt="2026-04-15T23:11:02.708" v="973" actId="26606"/>
          <ac:cxnSpMkLst>
            <pc:docMk/>
            <pc:sldMk cId="1893348209" sldId="262"/>
            <ac:cxnSpMk id="7" creationId="{F64F9B95-9045-48D2-B9F3-2927E98F54AA}"/>
          </ac:cxnSpMkLst>
        </pc:cxnChg>
        <pc:cxnChg chg="add">
          <ac:chgData name="Tristan Plasse" userId="13c698b9-43c4-4271-b359-faaadca0774b" providerId="ADAL" clId="{FE460185-D4AE-4375-BA71-CD1D7F2341F0}" dt="2026-04-15T23:11:02.708" v="973" actId="26606"/>
          <ac:cxnSpMkLst>
            <pc:docMk/>
            <pc:sldMk cId="1893348209" sldId="262"/>
            <ac:cxnSpMk id="9" creationId="{085AA86F-6A4D-4BCB-A045-D992CDC2959B}"/>
          </ac:cxnSpMkLst>
        </pc:cxnChg>
        <pc:cxnChg chg="add">
          <ac:chgData name="Tristan Plasse" userId="13c698b9-43c4-4271-b359-faaadca0774b" providerId="ADAL" clId="{FE460185-D4AE-4375-BA71-CD1D7F2341F0}" dt="2026-04-15T23:11:02.708" v="973" actId="26606"/>
          <ac:cxnSpMkLst>
            <pc:docMk/>
            <pc:sldMk cId="1893348209" sldId="262"/>
            <ac:cxnSpMk id="13" creationId="{9CA98CE3-81A7-4FFE-A047-9AA65998D877}"/>
          </ac:cxnSpMkLst>
        </pc:cxnChg>
      </pc:sldChg>
      <pc:sldChg chg="addSp delSp modSp new mod setBg modNotesTx">
        <pc:chgData name="Tristan Plasse" userId="13c698b9-43c4-4271-b359-faaadca0774b" providerId="ADAL" clId="{FE460185-D4AE-4375-BA71-CD1D7F2341F0}" dt="2026-04-17T03:46:44.119" v="5726" actId="20577"/>
        <pc:sldMkLst>
          <pc:docMk/>
          <pc:sldMk cId="853938190" sldId="263"/>
        </pc:sldMkLst>
        <pc:spChg chg="mod">
          <ac:chgData name="Tristan Plasse" userId="13c698b9-43c4-4271-b359-faaadca0774b" providerId="ADAL" clId="{FE460185-D4AE-4375-BA71-CD1D7F2341F0}" dt="2026-04-15T23:32:55.314" v="1202" actId="26606"/>
          <ac:spMkLst>
            <pc:docMk/>
            <pc:sldMk cId="853938190" sldId="263"/>
            <ac:spMk id="2" creationId="{0A9A72B5-C255-D953-264E-8350AB3C15D2}"/>
          </ac:spMkLst>
        </pc:spChg>
        <pc:spChg chg="add">
          <ac:chgData name="Tristan Plasse" userId="13c698b9-43c4-4271-b359-faaadca0774b" providerId="ADAL" clId="{FE460185-D4AE-4375-BA71-CD1D7F2341F0}" dt="2026-04-15T23:32:55.314" v="1202" actId="26606"/>
          <ac:spMkLst>
            <pc:docMk/>
            <pc:sldMk cId="853938190" sldId="263"/>
            <ac:spMk id="15" creationId="{F68B2C62-7648-4430-90D5-AE0F252AF113}"/>
          </ac:spMkLst>
        </pc:spChg>
        <pc:graphicFrameChg chg="add">
          <ac:chgData name="Tristan Plasse" userId="13c698b9-43c4-4271-b359-faaadca0774b" providerId="ADAL" clId="{FE460185-D4AE-4375-BA71-CD1D7F2341F0}" dt="2026-04-15T23:32:55.314" v="1202" actId="26606"/>
          <ac:graphicFrameMkLst>
            <pc:docMk/>
            <pc:sldMk cId="853938190" sldId="263"/>
            <ac:graphicFrameMk id="18" creationId="{9D7866D5-6B49-9FA4-11A1-2FCBB87311CC}"/>
          </ac:graphicFrameMkLst>
        </pc:graphicFrameChg>
        <pc:cxnChg chg="add">
          <ac:chgData name="Tristan Plasse" userId="13c698b9-43c4-4271-b359-faaadca0774b" providerId="ADAL" clId="{FE460185-D4AE-4375-BA71-CD1D7F2341F0}" dt="2026-04-15T23:32:55.314" v="1202" actId="26606"/>
          <ac:cxnSpMkLst>
            <pc:docMk/>
            <pc:sldMk cId="853938190" sldId="263"/>
            <ac:cxnSpMk id="16" creationId="{AAD0195E-7F27-4D06-9427-0C121D721A14}"/>
          </ac:cxnSpMkLst>
        </pc:cxnChg>
        <pc:cxnChg chg="add">
          <ac:chgData name="Tristan Plasse" userId="13c698b9-43c4-4271-b359-faaadca0774b" providerId="ADAL" clId="{FE460185-D4AE-4375-BA71-CD1D7F2341F0}" dt="2026-04-15T23:32:55.314" v="1202" actId="26606"/>
          <ac:cxnSpMkLst>
            <pc:docMk/>
            <pc:sldMk cId="853938190" sldId="263"/>
            <ac:cxnSpMk id="17" creationId="{9D74C2FC-3228-4FC1-B97B-87AD35508D91}"/>
          </ac:cxnSpMkLst>
        </pc:cxnChg>
      </pc:sldChg>
      <pc:sldChg chg="addSp delSp modSp new mod setBg modNotesTx">
        <pc:chgData name="Tristan Plasse" userId="13c698b9-43c4-4271-b359-faaadca0774b" providerId="ADAL" clId="{FE460185-D4AE-4375-BA71-CD1D7F2341F0}" dt="2026-04-17T03:46:48.563" v="5735" actId="20577"/>
        <pc:sldMkLst>
          <pc:docMk/>
          <pc:sldMk cId="1986804065" sldId="264"/>
        </pc:sldMkLst>
        <pc:spChg chg="mod">
          <ac:chgData name="Tristan Plasse" userId="13c698b9-43c4-4271-b359-faaadca0774b" providerId="ADAL" clId="{FE460185-D4AE-4375-BA71-CD1D7F2341F0}" dt="2026-04-16T00:29:44.509" v="1419" actId="26606"/>
          <ac:spMkLst>
            <pc:docMk/>
            <pc:sldMk cId="1986804065" sldId="264"/>
            <ac:spMk id="2" creationId="{DF3B35E5-60C7-1A5E-189B-80DD3CF8C49C}"/>
          </ac:spMkLst>
        </pc:spChg>
        <pc:spChg chg="mod">
          <ac:chgData name="Tristan Plasse" userId="13c698b9-43c4-4271-b359-faaadca0774b" providerId="ADAL" clId="{FE460185-D4AE-4375-BA71-CD1D7F2341F0}" dt="2026-04-16T00:37:23.329" v="1596" actId="20577"/>
          <ac:spMkLst>
            <pc:docMk/>
            <pc:sldMk cId="1986804065" sldId="264"/>
            <ac:spMk id="3" creationId="{948D2D04-6AA7-999B-92B0-8A9D5A8E52BD}"/>
          </ac:spMkLst>
        </pc:spChg>
        <pc:spChg chg="add mod">
          <ac:chgData name="Tristan Plasse" userId="13c698b9-43c4-4271-b359-faaadca0774b" providerId="ADAL" clId="{FE460185-D4AE-4375-BA71-CD1D7F2341F0}" dt="2026-04-16T00:33:45.498" v="1503" actId="1076"/>
          <ac:spMkLst>
            <pc:docMk/>
            <pc:sldMk cId="1986804065" sldId="264"/>
            <ac:spMk id="6" creationId="{6375CB8C-208E-349E-7561-A0A695BD91BD}"/>
          </ac:spMkLst>
        </pc:spChg>
        <pc:spChg chg="add del">
          <ac:chgData name="Tristan Plasse" userId="13c698b9-43c4-4271-b359-faaadca0774b" providerId="ADAL" clId="{FE460185-D4AE-4375-BA71-CD1D7F2341F0}" dt="2026-04-16T00:29:44.509" v="1419" actId="26606"/>
          <ac:spMkLst>
            <pc:docMk/>
            <pc:sldMk cId="1986804065" sldId="264"/>
            <ac:spMk id="8" creationId="{EEF92585-7A99-6108-9663-8C59032742EC}"/>
          </ac:spMkLst>
        </pc:spChg>
        <pc:spChg chg="add">
          <ac:chgData name="Tristan Plasse" userId="13c698b9-43c4-4271-b359-faaadca0774b" providerId="ADAL" clId="{FE460185-D4AE-4375-BA71-CD1D7F2341F0}" dt="2026-04-16T00:29:44.509" v="1419" actId="26606"/>
          <ac:spMkLst>
            <pc:docMk/>
            <pc:sldMk cId="1986804065" sldId="264"/>
            <ac:spMk id="15" creationId="{E49D7415-2F11-44C2-B6AA-13A25B6814B9}"/>
          </ac:spMkLst>
        </pc:spChg>
        <pc:picChg chg="add mod">
          <ac:chgData name="Tristan Plasse" userId="13c698b9-43c4-4271-b359-faaadca0774b" providerId="ADAL" clId="{FE460185-D4AE-4375-BA71-CD1D7F2341F0}" dt="2026-04-16T00:30:02.948" v="1422" actId="1076"/>
          <ac:picMkLst>
            <pc:docMk/>
            <pc:sldMk cId="1986804065" sldId="264"/>
            <ac:picMk id="5" creationId="{F5E6D3CC-F1EF-27B3-F856-FF38AC72410C}"/>
          </ac:picMkLst>
        </pc:picChg>
        <pc:cxnChg chg="add del">
          <ac:chgData name="Tristan Plasse" userId="13c698b9-43c4-4271-b359-faaadca0774b" providerId="ADAL" clId="{FE460185-D4AE-4375-BA71-CD1D7F2341F0}" dt="2026-04-16T00:29:44.509" v="1419" actId="26606"/>
          <ac:cxnSpMkLst>
            <pc:docMk/>
            <pc:sldMk cId="1986804065" sldId="264"/>
            <ac:cxnSpMk id="10" creationId="{78F0A063-5253-8DF5-3B7B-12FE096705F1}"/>
          </ac:cxnSpMkLst>
        </pc:cxnChg>
        <pc:cxnChg chg="add">
          <ac:chgData name="Tristan Plasse" userId="13c698b9-43c4-4271-b359-faaadca0774b" providerId="ADAL" clId="{FE460185-D4AE-4375-BA71-CD1D7F2341F0}" dt="2026-04-16T00:29:44.509" v="1419" actId="26606"/>
          <ac:cxnSpMkLst>
            <pc:docMk/>
            <pc:sldMk cId="1986804065" sldId="264"/>
            <ac:cxnSpMk id="17" creationId="{4583FD9E-C5A7-96F7-951D-7D292013CD58}"/>
          </ac:cxnSpMkLst>
        </pc:cxnChg>
      </pc:sldChg>
      <pc:sldChg chg="addSp delSp modSp new mod modNotesTx">
        <pc:chgData name="Tristan Plasse" userId="13c698b9-43c4-4271-b359-faaadca0774b" providerId="ADAL" clId="{FE460185-D4AE-4375-BA71-CD1D7F2341F0}" dt="2026-04-17T03:46:56.450" v="5749" actId="20577"/>
        <pc:sldMkLst>
          <pc:docMk/>
          <pc:sldMk cId="444677078" sldId="265"/>
        </pc:sldMkLst>
        <pc:spChg chg="mod">
          <ac:chgData name="Tristan Plasse" userId="13c698b9-43c4-4271-b359-faaadca0774b" providerId="ADAL" clId="{FE460185-D4AE-4375-BA71-CD1D7F2341F0}" dt="2026-04-16T00:37:51.243" v="1605" actId="20577"/>
          <ac:spMkLst>
            <pc:docMk/>
            <pc:sldMk cId="444677078" sldId="265"/>
            <ac:spMk id="2" creationId="{FFF627C6-6D47-1F1B-D2BE-90211DF917C7}"/>
          </ac:spMkLst>
        </pc:spChg>
        <pc:spChg chg="del">
          <ac:chgData name="Tristan Plasse" userId="13c698b9-43c4-4271-b359-faaadca0774b" providerId="ADAL" clId="{FE460185-D4AE-4375-BA71-CD1D7F2341F0}" dt="2026-04-16T00:52:04.908" v="1606" actId="478"/>
          <ac:spMkLst>
            <pc:docMk/>
            <pc:sldMk cId="444677078" sldId="265"/>
            <ac:spMk id="3" creationId="{DC799142-257A-3168-9C81-800A7BA7F93E}"/>
          </ac:spMkLst>
        </pc:spChg>
        <pc:spChg chg="add mod">
          <ac:chgData name="Tristan Plasse" userId="13c698b9-43c4-4271-b359-faaadca0774b" providerId="ADAL" clId="{FE460185-D4AE-4375-BA71-CD1D7F2341F0}" dt="2026-04-17T02:33:59.954" v="5483" actId="20577"/>
          <ac:spMkLst>
            <pc:docMk/>
            <pc:sldMk cId="444677078" sldId="265"/>
            <ac:spMk id="12" creationId="{3A09E5BF-F72A-1A2E-E135-EC770726F1C8}"/>
          </ac:spMkLst>
        </pc:spChg>
        <pc:picChg chg="add del mod">
          <ac:chgData name="Tristan Plasse" userId="13c698b9-43c4-4271-b359-faaadca0774b" providerId="ADAL" clId="{FE460185-D4AE-4375-BA71-CD1D7F2341F0}" dt="2026-04-16T01:00:17.358" v="1621" actId="478"/>
          <ac:picMkLst>
            <pc:docMk/>
            <pc:sldMk cId="444677078" sldId="265"/>
            <ac:picMk id="5" creationId="{20B0F317-66BD-A5E6-A014-CDA777F9CFE0}"/>
          </ac:picMkLst>
        </pc:picChg>
        <pc:picChg chg="add mod">
          <ac:chgData name="Tristan Plasse" userId="13c698b9-43c4-4271-b359-faaadca0774b" providerId="ADAL" clId="{FE460185-D4AE-4375-BA71-CD1D7F2341F0}" dt="2026-04-16T01:03:00.381" v="1636" actId="1076"/>
          <ac:picMkLst>
            <pc:docMk/>
            <pc:sldMk cId="444677078" sldId="265"/>
            <ac:picMk id="7" creationId="{E414B00F-B7F2-AE14-2AD2-468F405D93D9}"/>
          </ac:picMkLst>
        </pc:picChg>
        <pc:picChg chg="add del mod">
          <ac:chgData name="Tristan Plasse" userId="13c698b9-43c4-4271-b359-faaadca0774b" providerId="ADAL" clId="{FE460185-D4AE-4375-BA71-CD1D7F2341F0}" dt="2026-04-16T01:02:35.265" v="1629" actId="478"/>
          <ac:picMkLst>
            <pc:docMk/>
            <pc:sldMk cId="444677078" sldId="265"/>
            <ac:picMk id="9" creationId="{AA70A428-69E9-1A63-4881-73DC5E2E3A92}"/>
          </ac:picMkLst>
        </pc:picChg>
        <pc:picChg chg="add mod">
          <ac:chgData name="Tristan Plasse" userId="13c698b9-43c4-4271-b359-faaadca0774b" providerId="ADAL" clId="{FE460185-D4AE-4375-BA71-CD1D7F2341F0}" dt="2026-04-16T01:10:19.476" v="2226" actId="1076"/>
          <ac:picMkLst>
            <pc:docMk/>
            <pc:sldMk cId="444677078" sldId="265"/>
            <ac:picMk id="11" creationId="{D1417A4E-6B8F-61D8-4975-C6885ADDFC9B}"/>
          </ac:picMkLst>
        </pc:picChg>
      </pc:sldChg>
      <pc:sldChg chg="modSp new mod modNotesTx">
        <pc:chgData name="Tristan Plasse" userId="13c698b9-43c4-4271-b359-faaadca0774b" providerId="ADAL" clId="{FE460185-D4AE-4375-BA71-CD1D7F2341F0}" dt="2026-04-17T03:51:40.902" v="5776" actId="20577"/>
        <pc:sldMkLst>
          <pc:docMk/>
          <pc:sldMk cId="400772557" sldId="266"/>
        </pc:sldMkLst>
        <pc:spChg chg="mod">
          <ac:chgData name="Tristan Plasse" userId="13c698b9-43c4-4271-b359-faaadca0774b" providerId="ADAL" clId="{FE460185-D4AE-4375-BA71-CD1D7F2341F0}" dt="2026-04-16T01:36:18.826" v="3023" actId="20577"/>
          <ac:spMkLst>
            <pc:docMk/>
            <pc:sldMk cId="400772557" sldId="266"/>
            <ac:spMk id="2" creationId="{B602546B-6E81-B2EF-AF4D-70A2BABCE52E}"/>
          </ac:spMkLst>
        </pc:spChg>
        <pc:spChg chg="mod">
          <ac:chgData name="Tristan Plasse" userId="13c698b9-43c4-4271-b359-faaadca0774b" providerId="ADAL" clId="{FE460185-D4AE-4375-BA71-CD1D7F2341F0}" dt="2026-04-16T02:27:57.490" v="3588"/>
          <ac:spMkLst>
            <pc:docMk/>
            <pc:sldMk cId="400772557" sldId="266"/>
            <ac:spMk id="3" creationId="{7C8FECE2-37AA-AFF5-7D1E-A6F3BA91F380}"/>
          </ac:spMkLst>
        </pc:spChg>
      </pc:sldChg>
      <pc:sldChg chg="addSp delSp modSp add mod modNotesTx">
        <pc:chgData name="Tristan Plasse" userId="13c698b9-43c4-4271-b359-faaadca0774b" providerId="ADAL" clId="{FE460185-D4AE-4375-BA71-CD1D7F2341F0}" dt="2026-04-17T03:46:59.767" v="5754" actId="20577"/>
        <pc:sldMkLst>
          <pc:docMk/>
          <pc:sldMk cId="1162506719" sldId="267"/>
        </pc:sldMkLst>
        <pc:spChg chg="del">
          <ac:chgData name="Tristan Plasse" userId="13c698b9-43c4-4271-b359-faaadca0774b" providerId="ADAL" clId="{FE460185-D4AE-4375-BA71-CD1D7F2341F0}" dt="2026-04-16T01:18:10.170" v="2262" actId="478"/>
          <ac:spMkLst>
            <pc:docMk/>
            <pc:sldMk cId="1162506719" sldId="267"/>
            <ac:spMk id="2" creationId="{996E97C5-B6B8-AC6F-B841-CDDD941E1848}"/>
          </ac:spMkLst>
        </pc:spChg>
        <pc:spChg chg="add del mod">
          <ac:chgData name="Tristan Plasse" userId="13c698b9-43c4-4271-b359-faaadca0774b" providerId="ADAL" clId="{FE460185-D4AE-4375-BA71-CD1D7F2341F0}" dt="2026-04-16T01:18:12.112" v="2263" actId="478"/>
          <ac:spMkLst>
            <pc:docMk/>
            <pc:sldMk cId="1162506719" sldId="267"/>
            <ac:spMk id="9" creationId="{DACFA005-2A1C-5693-B364-5DC1828017A0}"/>
          </ac:spMkLst>
        </pc:spChg>
        <pc:spChg chg="mod">
          <ac:chgData name="Tristan Plasse" userId="13c698b9-43c4-4271-b359-faaadca0774b" providerId="ADAL" clId="{FE460185-D4AE-4375-BA71-CD1D7F2341F0}" dt="2026-04-17T02:34:03.567" v="5485" actId="20577"/>
          <ac:spMkLst>
            <pc:docMk/>
            <pc:sldMk cId="1162506719" sldId="267"/>
            <ac:spMk id="12" creationId="{1E7DC136-65ED-D17F-5DEC-2F90924CF09D}"/>
          </ac:spMkLst>
        </pc:spChg>
        <pc:picChg chg="add mod">
          <ac:chgData name="Tristan Plasse" userId="13c698b9-43c4-4271-b359-faaadca0774b" providerId="ADAL" clId="{FE460185-D4AE-4375-BA71-CD1D7F2341F0}" dt="2026-04-16T01:21:28.624" v="2589" actId="14100"/>
          <ac:picMkLst>
            <pc:docMk/>
            <pc:sldMk cId="1162506719" sldId="267"/>
            <ac:picMk id="4" creationId="{C3B9B1F3-DBD8-3F0B-E141-48009D6B0142}"/>
          </ac:picMkLst>
        </pc:picChg>
        <pc:picChg chg="add del mod modCrop">
          <ac:chgData name="Tristan Plasse" userId="13c698b9-43c4-4271-b359-faaadca0774b" providerId="ADAL" clId="{FE460185-D4AE-4375-BA71-CD1D7F2341F0}" dt="2026-04-16T01:21:45.395" v="2590" actId="478"/>
          <ac:picMkLst>
            <pc:docMk/>
            <pc:sldMk cId="1162506719" sldId="267"/>
            <ac:picMk id="6" creationId="{239E3CC3-05C6-1C0D-925A-F3CFDBB3CCBC}"/>
          </ac:picMkLst>
        </pc:picChg>
        <pc:picChg chg="del">
          <ac:chgData name="Tristan Plasse" userId="13c698b9-43c4-4271-b359-faaadca0774b" providerId="ADAL" clId="{FE460185-D4AE-4375-BA71-CD1D7F2341F0}" dt="2026-04-16T01:17:06.011" v="2249" actId="478"/>
          <ac:picMkLst>
            <pc:docMk/>
            <pc:sldMk cId="1162506719" sldId="267"/>
            <ac:picMk id="7" creationId="{362CD478-FEA5-8845-C2F6-99CF702C9B93}"/>
          </ac:picMkLst>
        </pc:picChg>
        <pc:picChg chg="del">
          <ac:chgData name="Tristan Plasse" userId="13c698b9-43c4-4271-b359-faaadca0774b" providerId="ADAL" clId="{FE460185-D4AE-4375-BA71-CD1D7F2341F0}" dt="2026-04-16T01:14:05.799" v="2242" actId="478"/>
          <ac:picMkLst>
            <pc:docMk/>
            <pc:sldMk cId="1162506719" sldId="267"/>
            <ac:picMk id="11" creationId="{BB926E12-AE6F-B487-5484-F28319FF13A2}"/>
          </ac:picMkLst>
        </pc:picChg>
        <pc:picChg chg="add mod">
          <ac:chgData name="Tristan Plasse" userId="13c698b9-43c4-4271-b359-faaadca0774b" providerId="ADAL" clId="{FE460185-D4AE-4375-BA71-CD1D7F2341F0}" dt="2026-04-16T01:21:56.262" v="2594" actId="14100"/>
          <ac:picMkLst>
            <pc:docMk/>
            <pc:sldMk cId="1162506719" sldId="267"/>
            <ac:picMk id="13" creationId="{C705A886-BFDB-824D-0E37-7B8094A21002}"/>
          </ac:picMkLst>
        </pc:picChg>
      </pc:sldChg>
      <pc:sldChg chg="add del">
        <pc:chgData name="Tristan Plasse" userId="13c698b9-43c4-4271-b359-faaadca0774b" providerId="ADAL" clId="{FE460185-D4AE-4375-BA71-CD1D7F2341F0}" dt="2026-04-16T01:28:21.210" v="2598" actId="2696"/>
        <pc:sldMkLst>
          <pc:docMk/>
          <pc:sldMk cId="3071220066" sldId="268"/>
        </pc:sldMkLst>
      </pc:sldChg>
      <pc:sldChg chg="new del">
        <pc:chgData name="Tristan Plasse" userId="13c698b9-43c4-4271-b359-faaadca0774b" providerId="ADAL" clId="{FE460185-D4AE-4375-BA71-CD1D7F2341F0}" dt="2026-04-16T01:28:16.570" v="2596" actId="680"/>
        <pc:sldMkLst>
          <pc:docMk/>
          <pc:sldMk cId="1698036767" sldId="269"/>
        </pc:sldMkLst>
      </pc:sldChg>
      <pc:sldChg chg="addSp delSp modSp add mod modNotesTx">
        <pc:chgData name="Tristan Plasse" userId="13c698b9-43c4-4271-b359-faaadca0774b" providerId="ADAL" clId="{FE460185-D4AE-4375-BA71-CD1D7F2341F0}" dt="2026-04-17T03:47:02.560" v="5759" actId="20577"/>
        <pc:sldMkLst>
          <pc:docMk/>
          <pc:sldMk cId="4073645163" sldId="269"/>
        </pc:sldMkLst>
        <pc:spChg chg="mod">
          <ac:chgData name="Tristan Plasse" userId="13c698b9-43c4-4271-b359-faaadca0774b" providerId="ADAL" clId="{FE460185-D4AE-4375-BA71-CD1D7F2341F0}" dt="2026-04-17T02:34:06.531" v="5487" actId="20577"/>
          <ac:spMkLst>
            <pc:docMk/>
            <pc:sldMk cId="4073645163" sldId="269"/>
            <ac:spMk id="12" creationId="{C9FAF4E8-FBA0-C1B3-18B7-2833B15C2E5C}"/>
          </ac:spMkLst>
        </pc:spChg>
        <pc:picChg chg="add del mod">
          <ac:chgData name="Tristan Plasse" userId="13c698b9-43c4-4271-b359-faaadca0774b" providerId="ADAL" clId="{FE460185-D4AE-4375-BA71-CD1D7F2341F0}" dt="2026-04-16T01:31:08.732" v="2614" actId="478"/>
          <ac:picMkLst>
            <pc:docMk/>
            <pc:sldMk cId="4073645163" sldId="269"/>
            <ac:picMk id="3" creationId="{2E5DD771-C94F-58CD-D9B5-D8BE4032FB62}"/>
          </ac:picMkLst>
        </pc:picChg>
        <pc:picChg chg="del">
          <ac:chgData name="Tristan Plasse" userId="13c698b9-43c4-4271-b359-faaadca0774b" providerId="ADAL" clId="{FE460185-D4AE-4375-BA71-CD1D7F2341F0}" dt="2026-04-16T01:28:23" v="2599" actId="478"/>
          <ac:picMkLst>
            <pc:docMk/>
            <pc:sldMk cId="4073645163" sldId="269"/>
            <ac:picMk id="4" creationId="{F7435F9E-1B68-EADE-849E-E3EDCCD07560}"/>
          </ac:picMkLst>
        </pc:picChg>
        <pc:picChg chg="add mod">
          <ac:chgData name="Tristan Plasse" userId="13c698b9-43c4-4271-b359-faaadca0774b" providerId="ADAL" clId="{FE460185-D4AE-4375-BA71-CD1D7F2341F0}" dt="2026-04-16T01:33:17.443" v="2633" actId="14100"/>
          <ac:picMkLst>
            <pc:docMk/>
            <pc:sldMk cId="4073645163" sldId="269"/>
            <ac:picMk id="6" creationId="{57A977B4-F0B7-1A94-5F50-6DB61D43BE7B}"/>
          </ac:picMkLst>
        </pc:picChg>
        <pc:picChg chg="add del mod">
          <ac:chgData name="Tristan Plasse" userId="13c698b9-43c4-4271-b359-faaadca0774b" providerId="ADAL" clId="{FE460185-D4AE-4375-BA71-CD1D7F2341F0}" dt="2026-04-16T01:32:08.871" v="2619" actId="478"/>
          <ac:picMkLst>
            <pc:docMk/>
            <pc:sldMk cId="4073645163" sldId="269"/>
            <ac:picMk id="8" creationId="{3D9401CE-DFEB-73AD-1B71-D0EE61988BBC}"/>
          </ac:picMkLst>
        </pc:picChg>
        <pc:picChg chg="add mod modCrop">
          <ac:chgData name="Tristan Plasse" userId="13c698b9-43c4-4271-b359-faaadca0774b" providerId="ADAL" clId="{FE460185-D4AE-4375-BA71-CD1D7F2341F0}" dt="2026-04-16T01:33:01.343" v="2631" actId="14100"/>
          <ac:picMkLst>
            <pc:docMk/>
            <pc:sldMk cId="4073645163" sldId="269"/>
            <ac:picMk id="10" creationId="{8F3BD6FE-B164-B9F2-09BB-32BB144C5117}"/>
          </ac:picMkLst>
        </pc:picChg>
        <pc:picChg chg="del">
          <ac:chgData name="Tristan Plasse" userId="13c698b9-43c4-4271-b359-faaadca0774b" providerId="ADAL" clId="{FE460185-D4AE-4375-BA71-CD1D7F2341F0}" dt="2026-04-16T01:28:39.115" v="2606" actId="478"/>
          <ac:picMkLst>
            <pc:docMk/>
            <pc:sldMk cId="4073645163" sldId="269"/>
            <ac:picMk id="13" creationId="{6B8210D3-7887-C695-A074-8C993699513C}"/>
          </ac:picMkLst>
        </pc:picChg>
      </pc:sldChg>
      <pc:sldChg chg="addSp modSp new mod setBg modNotesTx">
        <pc:chgData name="Tristan Plasse" userId="13c698b9-43c4-4271-b359-faaadca0774b" providerId="ADAL" clId="{FE460185-D4AE-4375-BA71-CD1D7F2341F0}" dt="2026-04-17T03:51:34.162" v="5768" actId="20577"/>
        <pc:sldMkLst>
          <pc:docMk/>
          <pc:sldMk cId="960806995" sldId="270"/>
        </pc:sldMkLst>
        <pc:spChg chg="mod">
          <ac:chgData name="Tristan Plasse" userId="13c698b9-43c4-4271-b359-faaadca0774b" providerId="ADAL" clId="{FE460185-D4AE-4375-BA71-CD1D7F2341F0}" dt="2026-04-16T02:43:08.632" v="4114" actId="26606"/>
          <ac:spMkLst>
            <pc:docMk/>
            <pc:sldMk cId="960806995" sldId="270"/>
            <ac:spMk id="2" creationId="{E94E064B-C271-D942-847D-C57AA49309EB}"/>
          </ac:spMkLst>
        </pc:spChg>
        <pc:spChg chg="mod">
          <ac:chgData name="Tristan Plasse" userId="13c698b9-43c4-4271-b359-faaadca0774b" providerId="ADAL" clId="{FE460185-D4AE-4375-BA71-CD1D7F2341F0}" dt="2026-04-17T02:34:17.176" v="5488" actId="20577"/>
          <ac:spMkLst>
            <pc:docMk/>
            <pc:sldMk cId="960806995" sldId="270"/>
            <ac:spMk id="3" creationId="{985811B9-89CF-1E2E-CD4B-69C7E3D221C2}"/>
          </ac:spMkLst>
        </pc:spChg>
        <pc:spChg chg="add">
          <ac:chgData name="Tristan Plasse" userId="13c698b9-43c4-4271-b359-faaadca0774b" providerId="ADAL" clId="{FE460185-D4AE-4375-BA71-CD1D7F2341F0}" dt="2026-04-16T02:43:08.632" v="4114" actId="26606"/>
          <ac:spMkLst>
            <pc:docMk/>
            <pc:sldMk cId="960806995" sldId="270"/>
            <ac:spMk id="8" creationId="{5F710FDB-0919-493E-8539-8240C23F1EB2}"/>
          </ac:spMkLst>
        </pc:spChg>
        <pc:cxnChg chg="add">
          <ac:chgData name="Tristan Plasse" userId="13c698b9-43c4-4271-b359-faaadca0774b" providerId="ADAL" clId="{FE460185-D4AE-4375-BA71-CD1D7F2341F0}" dt="2026-04-16T02:43:08.632" v="4114" actId="26606"/>
          <ac:cxnSpMkLst>
            <pc:docMk/>
            <pc:sldMk cId="960806995" sldId="270"/>
            <ac:cxnSpMk id="10" creationId="{0AFF0B6C-73E2-4B40-9280-938C14922C87}"/>
          </ac:cxnSpMkLst>
        </pc:cxnChg>
      </pc:sldChg>
      <pc:sldChg chg="addSp delSp modSp new mod setBg modNotesTx">
        <pc:chgData name="Tristan Plasse" userId="13c698b9-43c4-4271-b359-faaadca0774b" providerId="ADAL" clId="{FE460185-D4AE-4375-BA71-CD1D7F2341F0}" dt="2026-04-17T03:51:45.552" v="5785" actId="20577"/>
        <pc:sldMkLst>
          <pc:docMk/>
          <pc:sldMk cId="1896708259" sldId="271"/>
        </pc:sldMkLst>
        <pc:spChg chg="mod">
          <ac:chgData name="Tristan Plasse" userId="13c698b9-43c4-4271-b359-faaadca0774b" providerId="ADAL" clId="{FE460185-D4AE-4375-BA71-CD1D7F2341F0}" dt="2026-04-16T02:43:04.560" v="4113" actId="26606"/>
          <ac:spMkLst>
            <pc:docMk/>
            <pc:sldMk cId="1896708259" sldId="271"/>
            <ac:spMk id="2" creationId="{8D966DD8-8219-CF1B-134B-3A3C1821891D}"/>
          </ac:spMkLst>
        </pc:spChg>
        <pc:spChg chg="mod">
          <ac:chgData name="Tristan Plasse" userId="13c698b9-43c4-4271-b359-faaadca0774b" providerId="ADAL" clId="{FE460185-D4AE-4375-BA71-CD1D7F2341F0}" dt="2026-04-16T02:43:04.560" v="4113" actId="26606"/>
          <ac:spMkLst>
            <pc:docMk/>
            <pc:sldMk cId="1896708259" sldId="271"/>
            <ac:spMk id="3" creationId="{76E70E93-C46E-8BE3-F6AA-2FF55DA44A33}"/>
          </ac:spMkLst>
        </pc:spChg>
        <pc:spChg chg="add del">
          <ac:chgData name="Tristan Plasse" userId="13c698b9-43c4-4271-b359-faaadca0774b" providerId="ADAL" clId="{FE460185-D4AE-4375-BA71-CD1D7F2341F0}" dt="2026-04-16T02:43:04.560" v="4113" actId="26606"/>
          <ac:spMkLst>
            <pc:docMk/>
            <pc:sldMk cId="1896708259" sldId="271"/>
            <ac:spMk id="8" creationId="{5F710FDB-0919-493E-8539-8240C23F1EB2}"/>
          </ac:spMkLst>
        </pc:spChg>
        <pc:cxnChg chg="add del">
          <ac:chgData name="Tristan Plasse" userId="13c698b9-43c4-4271-b359-faaadca0774b" providerId="ADAL" clId="{FE460185-D4AE-4375-BA71-CD1D7F2341F0}" dt="2026-04-16T02:43:04.560" v="4113" actId="26606"/>
          <ac:cxnSpMkLst>
            <pc:docMk/>
            <pc:sldMk cId="1896708259" sldId="271"/>
            <ac:cxnSpMk id="10" creationId="{0AFF0B6C-73E2-4B40-9280-938C14922C87}"/>
          </ac:cxnSpMkLst>
        </pc:cxnChg>
      </pc:sldChg>
      <pc:sldChg chg="addSp delSp modSp new mod setBg modNotesTx">
        <pc:chgData name="Tristan Plasse" userId="13c698b9-43c4-4271-b359-faaadca0774b" providerId="ADAL" clId="{FE460185-D4AE-4375-BA71-CD1D7F2341F0}" dt="2026-04-17T03:51:48.914" v="5790" actId="20577"/>
        <pc:sldMkLst>
          <pc:docMk/>
          <pc:sldMk cId="1681359310" sldId="272"/>
        </pc:sldMkLst>
        <pc:spChg chg="mod">
          <ac:chgData name="Tristan Plasse" userId="13c698b9-43c4-4271-b359-faaadca0774b" providerId="ADAL" clId="{FE460185-D4AE-4375-BA71-CD1D7F2341F0}" dt="2026-04-16T02:42:41.334" v="4108" actId="26606"/>
          <ac:spMkLst>
            <pc:docMk/>
            <pc:sldMk cId="1681359310" sldId="272"/>
            <ac:spMk id="2" creationId="{C6592201-F93D-A145-140C-4ED4769B3007}"/>
          </ac:spMkLst>
        </pc:spChg>
        <pc:spChg chg="del">
          <ac:chgData name="Tristan Plasse" userId="13c698b9-43c4-4271-b359-faaadca0774b" providerId="ADAL" clId="{FE460185-D4AE-4375-BA71-CD1D7F2341F0}" dt="2026-04-16T02:42:34.162" v="4107" actId="478"/>
          <ac:spMkLst>
            <pc:docMk/>
            <pc:sldMk cId="1681359310" sldId="272"/>
            <ac:spMk id="3" creationId="{73F2AA7A-9104-D0E1-A821-0144F482BC91}"/>
          </ac:spMkLst>
        </pc:spChg>
        <pc:spChg chg="add">
          <ac:chgData name="Tristan Plasse" userId="13c698b9-43c4-4271-b359-faaadca0774b" providerId="ADAL" clId="{FE460185-D4AE-4375-BA71-CD1D7F2341F0}" dt="2026-04-16T02:42:41.334" v="4108" actId="26606"/>
          <ac:spMkLst>
            <pc:docMk/>
            <pc:sldMk cId="1681359310" sldId="272"/>
            <ac:spMk id="11" creationId="{DEF92653-5D6D-47E6-8744-0DAF76E049C4}"/>
          </ac:spMkLst>
        </pc:spChg>
        <pc:cxnChg chg="add">
          <ac:chgData name="Tristan Plasse" userId="13c698b9-43c4-4271-b359-faaadca0774b" providerId="ADAL" clId="{FE460185-D4AE-4375-BA71-CD1D7F2341F0}" dt="2026-04-16T02:42:41.334" v="4108" actId="26606"/>
          <ac:cxnSpMkLst>
            <pc:docMk/>
            <pc:sldMk cId="1681359310" sldId="272"/>
            <ac:cxnSpMk id="7" creationId="{F64F9B95-9045-48D2-B9F3-2927E98F54AA}"/>
          </ac:cxnSpMkLst>
        </pc:cxnChg>
        <pc:cxnChg chg="add">
          <ac:chgData name="Tristan Plasse" userId="13c698b9-43c4-4271-b359-faaadca0774b" providerId="ADAL" clId="{FE460185-D4AE-4375-BA71-CD1D7F2341F0}" dt="2026-04-16T02:42:41.334" v="4108" actId="26606"/>
          <ac:cxnSpMkLst>
            <pc:docMk/>
            <pc:sldMk cId="1681359310" sldId="272"/>
            <ac:cxnSpMk id="9" creationId="{085AA86F-6A4D-4BCB-A045-D992CDC2959B}"/>
          </ac:cxnSpMkLst>
        </pc:cxnChg>
        <pc:cxnChg chg="add">
          <ac:chgData name="Tristan Plasse" userId="13c698b9-43c4-4271-b359-faaadca0774b" providerId="ADAL" clId="{FE460185-D4AE-4375-BA71-CD1D7F2341F0}" dt="2026-04-16T02:42:41.334" v="4108" actId="26606"/>
          <ac:cxnSpMkLst>
            <pc:docMk/>
            <pc:sldMk cId="1681359310" sldId="272"/>
            <ac:cxnSpMk id="13" creationId="{9CA98CE3-81A7-4FFE-A047-9AA65998D877}"/>
          </ac:cxnSpMkLst>
        </pc:cxnChg>
      </pc:sldChg>
      <pc:sldChg chg="addSp delSp modSp new mod modNotesTx">
        <pc:chgData name="Tristan Plasse" userId="13c698b9-43c4-4271-b359-faaadca0774b" providerId="ADAL" clId="{FE460185-D4AE-4375-BA71-CD1D7F2341F0}" dt="2026-04-17T03:52:07.685" v="5810" actId="20577"/>
        <pc:sldMkLst>
          <pc:docMk/>
          <pc:sldMk cId="3744480376" sldId="273"/>
        </pc:sldMkLst>
        <pc:spChg chg="mod">
          <ac:chgData name="Tristan Plasse" userId="13c698b9-43c4-4271-b359-faaadca0774b" providerId="ADAL" clId="{FE460185-D4AE-4375-BA71-CD1D7F2341F0}" dt="2026-04-17T00:44:40.484" v="4141" actId="20577"/>
          <ac:spMkLst>
            <pc:docMk/>
            <pc:sldMk cId="3744480376" sldId="273"/>
            <ac:spMk id="2" creationId="{0EC2D6A5-520A-776E-E0CF-3651506DA145}"/>
          </ac:spMkLst>
        </pc:spChg>
        <pc:spChg chg="mod">
          <ac:chgData name="Tristan Plasse" userId="13c698b9-43c4-4271-b359-faaadca0774b" providerId="ADAL" clId="{FE460185-D4AE-4375-BA71-CD1D7F2341F0}" dt="2026-04-17T01:03:16.916" v="4483" actId="2710"/>
          <ac:spMkLst>
            <pc:docMk/>
            <pc:sldMk cId="3744480376" sldId="273"/>
            <ac:spMk id="3" creationId="{38AAA12E-716D-5899-9938-9C062F7A14B4}"/>
          </ac:spMkLst>
        </pc:spChg>
        <pc:spChg chg="add del mod">
          <ac:chgData name="Tristan Plasse" userId="13c698b9-43c4-4271-b359-faaadca0774b" providerId="ADAL" clId="{FE460185-D4AE-4375-BA71-CD1D7F2341F0}" dt="2026-04-17T01:04:08.852" v="4491" actId="11529"/>
          <ac:spMkLst>
            <pc:docMk/>
            <pc:sldMk cId="3744480376" sldId="273"/>
            <ac:spMk id="10" creationId="{D0CF86B7-C7F6-1143-ED5A-D2A3BC154518}"/>
          </ac:spMkLst>
        </pc:spChg>
        <pc:spChg chg="add mod">
          <ac:chgData name="Tristan Plasse" userId="13c698b9-43c4-4271-b359-faaadca0774b" providerId="ADAL" clId="{FE460185-D4AE-4375-BA71-CD1D7F2341F0}" dt="2026-04-17T01:04:48.253" v="4499" actId="14100"/>
          <ac:spMkLst>
            <pc:docMk/>
            <pc:sldMk cId="3744480376" sldId="273"/>
            <ac:spMk id="11" creationId="{7548656C-186D-3220-0CDB-0A482B5D9824}"/>
          </ac:spMkLst>
        </pc:spChg>
        <pc:picChg chg="add mod">
          <ac:chgData name="Tristan Plasse" userId="13c698b9-43c4-4271-b359-faaadca0774b" providerId="ADAL" clId="{FE460185-D4AE-4375-BA71-CD1D7F2341F0}" dt="2026-04-17T01:03:20.603" v="4484" actId="1076"/>
          <ac:picMkLst>
            <pc:docMk/>
            <pc:sldMk cId="3744480376" sldId="273"/>
            <ac:picMk id="5" creationId="{9685D4F2-40A3-6B20-7AD7-ACCE12A4A00F}"/>
          </ac:picMkLst>
        </pc:picChg>
        <pc:picChg chg="add mod">
          <ac:chgData name="Tristan Plasse" userId="13c698b9-43c4-4271-b359-faaadca0774b" providerId="ADAL" clId="{FE460185-D4AE-4375-BA71-CD1D7F2341F0}" dt="2026-04-17T01:03:23.337" v="4485" actId="1076"/>
          <ac:picMkLst>
            <pc:docMk/>
            <pc:sldMk cId="3744480376" sldId="273"/>
            <ac:picMk id="7" creationId="{BB415FDE-9E57-650D-4644-A3CC764FDA45}"/>
          </ac:picMkLst>
        </pc:picChg>
        <pc:cxnChg chg="add del mod">
          <ac:chgData name="Tristan Plasse" userId="13c698b9-43c4-4271-b359-faaadca0774b" providerId="ADAL" clId="{FE460185-D4AE-4375-BA71-CD1D7F2341F0}" dt="2026-04-17T01:03:45.869" v="4487" actId="478"/>
          <ac:cxnSpMkLst>
            <pc:docMk/>
            <pc:sldMk cId="3744480376" sldId="273"/>
            <ac:cxnSpMk id="9" creationId="{8BE37D1B-F31A-9D61-8C1D-4BC41C8E9CAF}"/>
          </ac:cxnSpMkLst>
        </pc:cxnChg>
      </pc:sldChg>
      <pc:sldChg chg="addSp delSp modSp new mod setBg modNotesTx">
        <pc:chgData name="Tristan Plasse" userId="13c698b9-43c4-4271-b359-faaadca0774b" providerId="ADAL" clId="{FE460185-D4AE-4375-BA71-CD1D7F2341F0}" dt="2026-04-17T03:46:52.008" v="5742" actId="20577"/>
        <pc:sldMkLst>
          <pc:docMk/>
          <pc:sldMk cId="3943359794" sldId="274"/>
        </pc:sldMkLst>
        <pc:spChg chg="mod">
          <ac:chgData name="Tristan Plasse" userId="13c698b9-43c4-4271-b359-faaadca0774b" providerId="ADAL" clId="{FE460185-D4AE-4375-BA71-CD1D7F2341F0}" dt="2026-04-16T22:11:55.941" v="4134" actId="26606"/>
          <ac:spMkLst>
            <pc:docMk/>
            <pc:sldMk cId="3943359794" sldId="274"/>
            <ac:spMk id="2" creationId="{F3A5A10E-A61E-2445-131F-98F4232F9171}"/>
          </ac:spMkLst>
        </pc:spChg>
        <pc:spChg chg="add mod">
          <ac:chgData name="Tristan Plasse" userId="13c698b9-43c4-4271-b359-faaadca0774b" providerId="ADAL" clId="{FE460185-D4AE-4375-BA71-CD1D7F2341F0}" dt="2026-04-17T02:33:53.673" v="5479" actId="20577"/>
          <ac:spMkLst>
            <pc:docMk/>
            <pc:sldMk cId="3943359794" sldId="274"/>
            <ac:spMk id="3" creationId="{76DBA5CA-9694-DA50-372E-DE9E5298136C}"/>
          </ac:spMkLst>
        </pc:spChg>
        <pc:spChg chg="del">
          <ac:chgData name="Tristan Plasse" userId="13c698b9-43c4-4271-b359-faaadca0774b" providerId="ADAL" clId="{FE460185-D4AE-4375-BA71-CD1D7F2341F0}" dt="2026-04-16T21:59:01.265" v="4124" actId="478"/>
          <ac:spMkLst>
            <pc:docMk/>
            <pc:sldMk cId="3943359794" sldId="274"/>
            <ac:spMk id="3" creationId="{7D509329-D8E9-DC9D-AA20-8B13EE3B11C5}"/>
          </ac:spMkLst>
        </pc:spChg>
        <pc:spChg chg="add mod">
          <ac:chgData name="Tristan Plasse" userId="13c698b9-43c4-4271-b359-faaadca0774b" providerId="ADAL" clId="{FE460185-D4AE-4375-BA71-CD1D7F2341F0}" dt="2026-04-17T02:33:55.725" v="5481" actId="20577"/>
          <ac:spMkLst>
            <pc:docMk/>
            <pc:sldMk cId="3943359794" sldId="274"/>
            <ac:spMk id="4" creationId="{0975B400-8C59-591A-0177-77A6A072BEDE}"/>
          </ac:spMkLst>
        </pc:spChg>
        <pc:spChg chg="add">
          <ac:chgData name="Tristan Plasse" userId="13c698b9-43c4-4271-b359-faaadca0774b" providerId="ADAL" clId="{FE460185-D4AE-4375-BA71-CD1D7F2341F0}" dt="2026-04-16T21:59:01.625" v="4125"/>
          <ac:spMkLst>
            <pc:docMk/>
            <pc:sldMk cId="3943359794" sldId="274"/>
            <ac:spMk id="4" creationId="{52175E9E-193B-CABD-0847-D23BEF1F84FC}"/>
          </ac:spMkLst>
        </pc:spChg>
        <pc:spChg chg="add">
          <ac:chgData name="Tristan Plasse" userId="13c698b9-43c4-4271-b359-faaadca0774b" providerId="ADAL" clId="{FE460185-D4AE-4375-BA71-CD1D7F2341F0}" dt="2026-04-16T21:59:05.947" v="4126"/>
          <ac:spMkLst>
            <pc:docMk/>
            <pc:sldMk cId="3943359794" sldId="274"/>
            <ac:spMk id="5" creationId="{5C7006F9-8CAE-B5C4-8633-9F7A94BDC7FD}"/>
          </ac:spMkLst>
        </pc:spChg>
        <pc:spChg chg="add">
          <ac:chgData name="Tristan Plasse" userId="13c698b9-43c4-4271-b359-faaadca0774b" providerId="ADAL" clId="{FE460185-D4AE-4375-BA71-CD1D7F2341F0}" dt="2026-04-16T22:11:50.444" v="4131"/>
          <ac:spMkLst>
            <pc:docMk/>
            <pc:sldMk cId="3943359794" sldId="274"/>
            <ac:spMk id="8" creationId="{653D6F1D-B915-DB9E-2085-A8CC25F78665}"/>
          </ac:spMkLst>
        </pc:spChg>
        <pc:spChg chg="add">
          <ac:chgData name="Tristan Plasse" userId="13c698b9-43c4-4271-b359-faaadca0774b" providerId="ADAL" clId="{FE460185-D4AE-4375-BA71-CD1D7F2341F0}" dt="2026-04-16T22:11:55.941" v="4134" actId="26606"/>
          <ac:spMkLst>
            <pc:docMk/>
            <pc:sldMk cId="3943359794" sldId="274"/>
            <ac:spMk id="19" creationId="{341BFA31-6544-45C2-9DA0-9E1C5E0B1959}"/>
          </ac:spMkLst>
        </pc:spChg>
        <pc:picChg chg="add mod ord">
          <ac:chgData name="Tristan Plasse" userId="13c698b9-43c4-4271-b359-faaadca0774b" providerId="ADAL" clId="{FE460185-D4AE-4375-BA71-CD1D7F2341F0}" dt="2026-04-17T02:33:28.013" v="5473" actId="1076"/>
          <ac:picMkLst>
            <pc:docMk/>
            <pc:sldMk cId="3943359794" sldId="274"/>
            <ac:picMk id="7" creationId="{A7047DCF-1E5A-A37A-7B89-E425EBDB3458}"/>
          </ac:picMkLst>
        </pc:picChg>
        <pc:picChg chg="add mod">
          <ac:chgData name="Tristan Plasse" userId="13c698b9-43c4-4271-b359-faaadca0774b" providerId="ADAL" clId="{FE460185-D4AE-4375-BA71-CD1D7F2341F0}" dt="2026-04-17T02:31:23.145" v="5318" actId="1076"/>
          <ac:picMkLst>
            <pc:docMk/>
            <pc:sldMk cId="3943359794" sldId="274"/>
            <ac:picMk id="10" creationId="{9D9C65FB-6DB1-A9D5-4232-01BDE010BE4E}"/>
          </ac:picMkLst>
        </pc:picChg>
        <pc:cxnChg chg="add">
          <ac:chgData name="Tristan Plasse" userId="13c698b9-43c4-4271-b359-faaadca0774b" providerId="ADAL" clId="{FE460185-D4AE-4375-BA71-CD1D7F2341F0}" dt="2026-04-16T22:11:55.941" v="4134" actId="26606"/>
          <ac:cxnSpMkLst>
            <pc:docMk/>
            <pc:sldMk cId="3943359794" sldId="274"/>
            <ac:cxnSpMk id="15" creationId="{F64F9B95-9045-48D2-B9F3-2927E98F54AA}"/>
          </ac:cxnSpMkLst>
        </pc:cxnChg>
        <pc:cxnChg chg="add">
          <ac:chgData name="Tristan Plasse" userId="13c698b9-43c4-4271-b359-faaadca0774b" providerId="ADAL" clId="{FE460185-D4AE-4375-BA71-CD1D7F2341F0}" dt="2026-04-16T22:11:55.941" v="4134" actId="26606"/>
          <ac:cxnSpMkLst>
            <pc:docMk/>
            <pc:sldMk cId="3943359794" sldId="274"/>
            <ac:cxnSpMk id="17" creationId="{085AA86F-6A4D-4BCB-A045-D992CDC2959B}"/>
          </ac:cxnSpMkLst>
        </pc:cxnChg>
        <pc:cxnChg chg="add">
          <ac:chgData name="Tristan Plasse" userId="13c698b9-43c4-4271-b359-faaadca0774b" providerId="ADAL" clId="{FE460185-D4AE-4375-BA71-CD1D7F2341F0}" dt="2026-04-16T22:11:55.941" v="4134" actId="26606"/>
          <ac:cxnSpMkLst>
            <pc:docMk/>
            <pc:sldMk cId="3943359794" sldId="274"/>
            <ac:cxnSpMk id="21" creationId="{DC36F877-5419-44C1-A2CD-376BDDDC3E41}"/>
          </ac:cxnSpMkLst>
        </pc:cxnChg>
      </pc:sldChg>
      <pc:sldChg chg="addSp modSp new mod modNotesTx">
        <pc:chgData name="Tristan Plasse" userId="13c698b9-43c4-4271-b359-faaadca0774b" providerId="ADAL" clId="{FE460185-D4AE-4375-BA71-CD1D7F2341F0}" dt="2026-04-17T03:52:11.209" v="5817" actId="20577"/>
        <pc:sldMkLst>
          <pc:docMk/>
          <pc:sldMk cId="3710197240" sldId="275"/>
        </pc:sldMkLst>
        <pc:spChg chg="mod">
          <ac:chgData name="Tristan Plasse" userId="13c698b9-43c4-4271-b359-faaadca0774b" providerId="ADAL" clId="{FE460185-D4AE-4375-BA71-CD1D7F2341F0}" dt="2026-04-17T00:59:10.373" v="4380" actId="20577"/>
          <ac:spMkLst>
            <pc:docMk/>
            <pc:sldMk cId="3710197240" sldId="275"/>
            <ac:spMk id="2" creationId="{A4F1E310-7C7B-1E3D-DBA7-78328792D625}"/>
          </ac:spMkLst>
        </pc:spChg>
        <pc:spChg chg="mod">
          <ac:chgData name="Tristan Plasse" userId="13c698b9-43c4-4271-b359-faaadca0774b" providerId="ADAL" clId="{FE460185-D4AE-4375-BA71-CD1D7F2341F0}" dt="2026-04-17T01:03:11.754" v="4482" actId="2710"/>
          <ac:spMkLst>
            <pc:docMk/>
            <pc:sldMk cId="3710197240" sldId="275"/>
            <ac:spMk id="3" creationId="{EE1A390D-8519-2554-2768-18698B2C10FF}"/>
          </ac:spMkLst>
        </pc:spChg>
        <pc:spChg chg="add mod">
          <ac:chgData name="Tristan Plasse" userId="13c698b9-43c4-4271-b359-faaadca0774b" providerId="ADAL" clId="{FE460185-D4AE-4375-BA71-CD1D7F2341F0}" dt="2026-04-17T01:02:47.762" v="4481" actId="164"/>
          <ac:spMkLst>
            <pc:docMk/>
            <pc:sldMk cId="3710197240" sldId="275"/>
            <ac:spMk id="4" creationId="{769DBEF4-FBE0-6D7D-A4A1-31856EB49A5B}"/>
          </ac:spMkLst>
        </pc:spChg>
        <pc:spChg chg="add mod">
          <ac:chgData name="Tristan Plasse" userId="13c698b9-43c4-4271-b359-faaadca0774b" providerId="ADAL" clId="{FE460185-D4AE-4375-BA71-CD1D7F2341F0}" dt="2026-04-17T01:02:47.762" v="4481" actId="164"/>
          <ac:spMkLst>
            <pc:docMk/>
            <pc:sldMk cId="3710197240" sldId="275"/>
            <ac:spMk id="5" creationId="{584A445A-35A4-5CCD-3E0F-1132280B6EBE}"/>
          </ac:spMkLst>
        </pc:spChg>
        <pc:spChg chg="add mod">
          <ac:chgData name="Tristan Plasse" userId="13c698b9-43c4-4271-b359-faaadca0774b" providerId="ADAL" clId="{FE460185-D4AE-4375-BA71-CD1D7F2341F0}" dt="2026-04-17T01:02:47.762" v="4481" actId="164"/>
          <ac:spMkLst>
            <pc:docMk/>
            <pc:sldMk cId="3710197240" sldId="275"/>
            <ac:spMk id="6" creationId="{88AA4DF5-8C2D-2045-0ED6-5A771E6D2A10}"/>
          </ac:spMkLst>
        </pc:spChg>
        <pc:grpChg chg="add mod">
          <ac:chgData name="Tristan Plasse" userId="13c698b9-43c4-4271-b359-faaadca0774b" providerId="ADAL" clId="{FE460185-D4AE-4375-BA71-CD1D7F2341F0}" dt="2026-04-17T01:02:47.762" v="4481" actId="164"/>
          <ac:grpSpMkLst>
            <pc:docMk/>
            <pc:sldMk cId="3710197240" sldId="275"/>
            <ac:grpSpMk id="7" creationId="{31604140-0BE4-E83C-1948-7A6E95F7AEB4}"/>
          </ac:grpSpMkLst>
        </pc:grpChg>
      </pc:sldChg>
      <pc:sldChg chg="modSp new mod modNotesTx">
        <pc:chgData name="Tristan Plasse" userId="13c698b9-43c4-4271-b359-faaadca0774b" providerId="ADAL" clId="{FE460185-D4AE-4375-BA71-CD1D7F2341F0}" dt="2026-04-17T03:52:44.575" v="5859" actId="20577"/>
        <pc:sldMkLst>
          <pc:docMk/>
          <pc:sldMk cId="1164678962" sldId="276"/>
        </pc:sldMkLst>
        <pc:spChg chg="mod">
          <ac:chgData name="Tristan Plasse" userId="13c698b9-43c4-4271-b359-faaadca0774b" providerId="ADAL" clId="{FE460185-D4AE-4375-BA71-CD1D7F2341F0}" dt="2026-04-17T01:14:04.552" v="4699" actId="20577"/>
          <ac:spMkLst>
            <pc:docMk/>
            <pc:sldMk cId="1164678962" sldId="276"/>
            <ac:spMk id="2" creationId="{DE69A1AE-572E-D5B4-03BD-F325D0A3E202}"/>
          </ac:spMkLst>
        </pc:spChg>
        <pc:spChg chg="mod">
          <ac:chgData name="Tristan Plasse" userId="13c698b9-43c4-4271-b359-faaadca0774b" providerId="ADAL" clId="{FE460185-D4AE-4375-BA71-CD1D7F2341F0}" dt="2026-04-17T01:14:19.003" v="4704" actId="20577"/>
          <ac:spMkLst>
            <pc:docMk/>
            <pc:sldMk cId="1164678962" sldId="276"/>
            <ac:spMk id="3" creationId="{FC01AAB4-81AB-D42D-04AB-96781CB6AC94}"/>
          </ac:spMkLst>
        </pc:spChg>
      </pc:sldChg>
      <pc:sldChg chg="addSp delSp modSp new mod setBg modNotesTx">
        <pc:chgData name="Tristan Plasse" userId="13c698b9-43c4-4271-b359-faaadca0774b" providerId="ADAL" clId="{FE460185-D4AE-4375-BA71-CD1D7F2341F0}" dt="2026-04-17T03:52:23.461" v="5836" actId="20577"/>
        <pc:sldMkLst>
          <pc:docMk/>
          <pc:sldMk cId="1439899674" sldId="277"/>
        </pc:sldMkLst>
        <pc:spChg chg="mod">
          <ac:chgData name="Tristan Plasse" userId="13c698b9-43c4-4271-b359-faaadca0774b" providerId="ADAL" clId="{FE460185-D4AE-4375-BA71-CD1D7F2341F0}" dt="2026-04-17T01:22:58.783" v="4718" actId="26606"/>
          <ac:spMkLst>
            <pc:docMk/>
            <pc:sldMk cId="1439899674" sldId="277"/>
            <ac:spMk id="2" creationId="{94F7A99C-0ACF-5557-9578-B80FE0D75B77}"/>
          </ac:spMkLst>
        </pc:spChg>
        <pc:spChg chg="del">
          <ac:chgData name="Tristan Plasse" userId="13c698b9-43c4-4271-b359-faaadca0774b" providerId="ADAL" clId="{FE460185-D4AE-4375-BA71-CD1D7F2341F0}" dt="2026-04-17T01:22:54.237" v="4716"/>
          <ac:spMkLst>
            <pc:docMk/>
            <pc:sldMk cId="1439899674" sldId="277"/>
            <ac:spMk id="3" creationId="{F279EAF3-2A2A-BB55-CBFF-6FE1F581B414}"/>
          </ac:spMkLst>
        </pc:spChg>
        <pc:spChg chg="add">
          <ac:chgData name="Tristan Plasse" userId="13c698b9-43c4-4271-b359-faaadca0774b" providerId="ADAL" clId="{FE460185-D4AE-4375-BA71-CD1D7F2341F0}" dt="2026-04-17T01:22:58.783" v="4718" actId="26606"/>
          <ac:spMkLst>
            <pc:docMk/>
            <pc:sldMk cId="1439899674" sldId="277"/>
            <ac:spMk id="14" creationId="{33E93247-6229-44AB-A550-739E971E690B}"/>
          </ac:spMkLst>
        </pc:spChg>
        <pc:picChg chg="add mod ord">
          <ac:chgData name="Tristan Plasse" userId="13c698b9-43c4-4271-b359-faaadca0774b" providerId="ADAL" clId="{FE460185-D4AE-4375-BA71-CD1D7F2341F0}" dt="2026-04-17T01:22:58.783" v="4718" actId="26606"/>
          <ac:picMkLst>
            <pc:docMk/>
            <pc:sldMk cId="1439899674" sldId="277"/>
            <ac:picMk id="5" creationId="{DEB15709-306B-BF61-202F-0B24322B33AC}"/>
          </ac:picMkLst>
        </pc:picChg>
        <pc:picChg chg="add del mod">
          <ac:chgData name="Tristan Plasse" userId="13c698b9-43c4-4271-b359-faaadca0774b" providerId="ADAL" clId="{FE460185-D4AE-4375-BA71-CD1D7F2341F0}" dt="2026-04-17T01:23:54.536" v="4721" actId="478"/>
          <ac:picMkLst>
            <pc:docMk/>
            <pc:sldMk cId="1439899674" sldId="277"/>
            <ac:picMk id="7" creationId="{93FC3CF0-AD0C-8D8A-5F13-561363CD0342}"/>
          </ac:picMkLst>
        </pc:picChg>
        <pc:picChg chg="add del mod">
          <ac:chgData name="Tristan Plasse" userId="13c698b9-43c4-4271-b359-faaadca0774b" providerId="ADAL" clId="{FE460185-D4AE-4375-BA71-CD1D7F2341F0}" dt="2026-04-17T01:25:57.368" v="4728" actId="21"/>
          <ac:picMkLst>
            <pc:docMk/>
            <pc:sldMk cId="1439899674" sldId="277"/>
            <ac:picMk id="9" creationId="{CE99E6EA-6C50-A9AF-63F6-B30BF2E36593}"/>
          </ac:picMkLst>
        </pc:picChg>
        <pc:cxnChg chg="add">
          <ac:chgData name="Tristan Plasse" userId="13c698b9-43c4-4271-b359-faaadca0774b" providerId="ADAL" clId="{FE460185-D4AE-4375-BA71-CD1D7F2341F0}" dt="2026-04-17T01:22:58.783" v="4718" actId="26606"/>
          <ac:cxnSpMkLst>
            <pc:docMk/>
            <pc:sldMk cId="1439899674" sldId="277"/>
            <ac:cxnSpMk id="10" creationId="{F64F9B95-9045-48D2-B9F3-2927E98F54AA}"/>
          </ac:cxnSpMkLst>
        </pc:cxnChg>
        <pc:cxnChg chg="add">
          <ac:chgData name="Tristan Plasse" userId="13c698b9-43c4-4271-b359-faaadca0774b" providerId="ADAL" clId="{FE460185-D4AE-4375-BA71-CD1D7F2341F0}" dt="2026-04-17T01:22:58.783" v="4718" actId="26606"/>
          <ac:cxnSpMkLst>
            <pc:docMk/>
            <pc:sldMk cId="1439899674" sldId="277"/>
            <ac:cxnSpMk id="12" creationId="{085AA86F-6A4D-4BCB-A045-D992CDC2959B}"/>
          </ac:cxnSpMkLst>
        </pc:cxnChg>
        <pc:cxnChg chg="add">
          <ac:chgData name="Tristan Plasse" userId="13c698b9-43c4-4271-b359-faaadca0774b" providerId="ADAL" clId="{FE460185-D4AE-4375-BA71-CD1D7F2341F0}" dt="2026-04-17T01:22:58.783" v="4718" actId="26606"/>
          <ac:cxnSpMkLst>
            <pc:docMk/>
            <pc:sldMk cId="1439899674" sldId="277"/>
            <ac:cxnSpMk id="16" creationId="{EE2E603F-4A95-4FE8-BB06-211DFD75DBEF}"/>
          </ac:cxnSpMkLst>
        </pc:cxnChg>
      </pc:sldChg>
      <pc:sldChg chg="addSp delSp modSp new mod modNotesTx">
        <pc:chgData name="Tristan Plasse" userId="13c698b9-43c4-4271-b359-faaadca0774b" providerId="ADAL" clId="{FE460185-D4AE-4375-BA71-CD1D7F2341F0}" dt="2026-04-17T03:52:28.934" v="5846" actId="20577"/>
        <pc:sldMkLst>
          <pc:docMk/>
          <pc:sldMk cId="2449617363" sldId="278"/>
        </pc:sldMkLst>
        <pc:spChg chg="del">
          <ac:chgData name="Tristan Plasse" userId="13c698b9-43c4-4271-b359-faaadca0774b" providerId="ADAL" clId="{FE460185-D4AE-4375-BA71-CD1D7F2341F0}" dt="2026-04-17T01:26:13.185" v="4734" actId="478"/>
          <ac:spMkLst>
            <pc:docMk/>
            <pc:sldMk cId="2449617363" sldId="278"/>
            <ac:spMk id="2" creationId="{E764F047-4C87-EFC0-5081-C3EBD8EDEF6C}"/>
          </ac:spMkLst>
        </pc:spChg>
        <pc:spChg chg="add del mod">
          <ac:chgData name="Tristan Plasse" userId="13c698b9-43c4-4271-b359-faaadca0774b" providerId="ADAL" clId="{FE460185-D4AE-4375-BA71-CD1D7F2341F0}" dt="2026-04-17T02:44:37.038" v="5491"/>
          <ac:spMkLst>
            <pc:docMk/>
            <pc:sldMk cId="2449617363" sldId="278"/>
            <ac:spMk id="3" creationId="{735A5396-163A-4614-7FC3-8135E8EC2D82}"/>
          </ac:spMkLst>
        </pc:spChg>
        <pc:spChg chg="del">
          <ac:chgData name="Tristan Plasse" userId="13c698b9-43c4-4271-b359-faaadca0774b" providerId="ADAL" clId="{FE460185-D4AE-4375-BA71-CD1D7F2341F0}" dt="2026-04-17T01:25:53.221" v="4727"/>
          <ac:spMkLst>
            <pc:docMk/>
            <pc:sldMk cId="2449617363" sldId="278"/>
            <ac:spMk id="3" creationId="{D7FB8DB0-7535-272B-41AF-7265B7F3A2D1}"/>
          </ac:spMkLst>
        </pc:spChg>
        <pc:spChg chg="add mod">
          <ac:chgData name="Tristan Plasse" userId="13c698b9-43c4-4271-b359-faaadca0774b" providerId="ADAL" clId="{FE460185-D4AE-4375-BA71-CD1D7F2341F0}" dt="2026-04-17T02:46:58.779" v="5560" actId="20577"/>
          <ac:spMkLst>
            <pc:docMk/>
            <pc:sldMk cId="2449617363" sldId="278"/>
            <ac:spMk id="8" creationId="{E86FE8AB-8CA2-26C6-1EA0-DD8874CA071A}"/>
          </ac:spMkLst>
        </pc:spChg>
        <pc:picChg chg="add del mod ord">
          <ac:chgData name="Tristan Plasse" userId="13c698b9-43c4-4271-b359-faaadca0774b" providerId="ADAL" clId="{FE460185-D4AE-4375-BA71-CD1D7F2341F0}" dt="2026-04-17T02:44:36.658" v="5489" actId="478"/>
          <ac:picMkLst>
            <pc:docMk/>
            <pc:sldMk cId="2449617363" sldId="278"/>
            <ac:picMk id="5" creationId="{2894EE87-C10F-C2AC-44DB-1A002CE45605}"/>
          </ac:picMkLst>
        </pc:picChg>
        <pc:picChg chg="add mod ord">
          <ac:chgData name="Tristan Plasse" userId="13c698b9-43c4-4271-b359-faaadca0774b" providerId="ADAL" clId="{FE460185-D4AE-4375-BA71-CD1D7F2341F0}" dt="2026-04-17T02:44:51.817" v="5495" actId="1076"/>
          <ac:picMkLst>
            <pc:docMk/>
            <pc:sldMk cId="2449617363" sldId="278"/>
            <ac:picMk id="6" creationId="{9ED18B4D-9AA2-BAA4-64B2-A725FA232668}"/>
          </ac:picMkLst>
        </pc:picChg>
        <pc:picChg chg="add mod modCrop">
          <ac:chgData name="Tristan Plasse" userId="13c698b9-43c4-4271-b359-faaadca0774b" providerId="ADAL" clId="{FE460185-D4AE-4375-BA71-CD1D7F2341F0}" dt="2026-04-17T02:45:56.147" v="5503" actId="1076"/>
          <ac:picMkLst>
            <pc:docMk/>
            <pc:sldMk cId="2449617363" sldId="278"/>
            <ac:picMk id="7" creationId="{F7961088-DAF3-40D1-2014-1BE6DA6821BF}"/>
          </ac:picMkLst>
        </pc:picChg>
      </pc:sldChg>
      <pc:sldChg chg="addSp delSp modSp new mod modNotesTx">
        <pc:chgData name="Tristan Plasse" userId="13c698b9-43c4-4271-b359-faaadca0774b" providerId="ADAL" clId="{FE460185-D4AE-4375-BA71-CD1D7F2341F0}" dt="2026-04-17T03:52:26.395" v="5841" actId="20577"/>
        <pc:sldMkLst>
          <pc:docMk/>
          <pc:sldMk cId="422633496" sldId="279"/>
        </pc:sldMkLst>
        <pc:spChg chg="del">
          <ac:chgData name="Tristan Plasse" userId="13c698b9-43c4-4271-b359-faaadca0774b" providerId="ADAL" clId="{FE460185-D4AE-4375-BA71-CD1D7F2341F0}" dt="2026-04-17T01:26:03.213" v="4730" actId="478"/>
          <ac:spMkLst>
            <pc:docMk/>
            <pc:sldMk cId="422633496" sldId="279"/>
            <ac:spMk id="2" creationId="{2FA227F2-D8A4-A7C2-5991-3DCDFD82DBCF}"/>
          </ac:spMkLst>
        </pc:spChg>
        <pc:spChg chg="del">
          <ac:chgData name="Tristan Plasse" userId="13c698b9-43c4-4271-b359-faaadca0774b" providerId="ADAL" clId="{FE460185-D4AE-4375-BA71-CD1D7F2341F0}" dt="2026-04-17T01:26:05.148" v="4731" actId="478"/>
          <ac:spMkLst>
            <pc:docMk/>
            <pc:sldMk cId="422633496" sldId="279"/>
            <ac:spMk id="3" creationId="{13AA5119-EF1F-9E55-8D24-F3DA2F70A6BD}"/>
          </ac:spMkLst>
        </pc:spChg>
        <pc:picChg chg="add mod">
          <ac:chgData name="Tristan Plasse" userId="13c698b9-43c4-4271-b359-faaadca0774b" providerId="ADAL" clId="{FE460185-D4AE-4375-BA71-CD1D7F2341F0}" dt="2026-04-17T01:26:07.372" v="4733" actId="1076"/>
          <ac:picMkLst>
            <pc:docMk/>
            <pc:sldMk cId="422633496" sldId="279"/>
            <ac:picMk id="9" creationId="{CE99E6EA-6C50-A9AF-63F6-B30BF2E36593}"/>
          </ac:picMkLst>
        </pc:picChg>
      </pc:sldChg>
      <pc:sldChg chg="modSp new mod modNotesTx">
        <pc:chgData name="Tristan Plasse" userId="13c698b9-43c4-4271-b359-faaadca0774b" providerId="ADAL" clId="{FE460185-D4AE-4375-BA71-CD1D7F2341F0}" dt="2026-04-17T03:52:32.431" v="5851" actId="20577"/>
        <pc:sldMkLst>
          <pc:docMk/>
          <pc:sldMk cId="901628721" sldId="280"/>
        </pc:sldMkLst>
        <pc:spChg chg="mod">
          <ac:chgData name="Tristan Plasse" userId="13c698b9-43c4-4271-b359-faaadca0774b" providerId="ADAL" clId="{FE460185-D4AE-4375-BA71-CD1D7F2341F0}" dt="2026-04-17T01:26:26.896" v="4747" actId="20577"/>
          <ac:spMkLst>
            <pc:docMk/>
            <pc:sldMk cId="901628721" sldId="280"/>
            <ac:spMk id="2" creationId="{AFD15BD0-D23D-BCDB-DC4F-EC9E34FD8E77}"/>
          </ac:spMkLst>
        </pc:spChg>
        <pc:spChg chg="mod">
          <ac:chgData name="Tristan Plasse" userId="13c698b9-43c4-4271-b359-faaadca0774b" providerId="ADAL" clId="{FE460185-D4AE-4375-BA71-CD1D7F2341F0}" dt="2026-04-17T03:17:15.395" v="5595" actId="20577"/>
          <ac:spMkLst>
            <pc:docMk/>
            <pc:sldMk cId="901628721" sldId="280"/>
            <ac:spMk id="3" creationId="{7FDDC518-1F1F-76F1-2545-8D01AE3B32C4}"/>
          </ac:spMkLst>
        </pc:spChg>
      </pc:sldChg>
      <pc:sldChg chg="addSp modSp new mod setBg modNotesTx">
        <pc:chgData name="Tristan Plasse" userId="13c698b9-43c4-4271-b359-faaadca0774b" providerId="ADAL" clId="{FE460185-D4AE-4375-BA71-CD1D7F2341F0}" dt="2026-04-17T03:52:35.687" v="5858" actId="20577"/>
        <pc:sldMkLst>
          <pc:docMk/>
          <pc:sldMk cId="1209728823" sldId="281"/>
        </pc:sldMkLst>
        <pc:spChg chg="mod">
          <ac:chgData name="Tristan Plasse" userId="13c698b9-43c4-4271-b359-faaadca0774b" providerId="ADAL" clId="{FE460185-D4AE-4375-BA71-CD1D7F2341F0}" dt="2026-04-17T01:29:12.692" v="5030" actId="26606"/>
          <ac:spMkLst>
            <pc:docMk/>
            <pc:sldMk cId="1209728823" sldId="281"/>
            <ac:spMk id="2" creationId="{A89A0B66-12A9-A560-B2C3-D5DE68D00757}"/>
          </ac:spMkLst>
        </pc:spChg>
        <pc:spChg chg="mod ord">
          <ac:chgData name="Tristan Plasse" userId="13c698b9-43c4-4271-b359-faaadca0774b" providerId="ADAL" clId="{FE460185-D4AE-4375-BA71-CD1D7F2341F0}" dt="2026-04-17T01:29:12.692" v="5030" actId="26606"/>
          <ac:spMkLst>
            <pc:docMk/>
            <pc:sldMk cId="1209728823" sldId="281"/>
            <ac:spMk id="3" creationId="{D5F08C3C-2B07-D167-483B-592FFD9479FB}"/>
          </ac:spMkLst>
        </pc:spChg>
        <pc:spChg chg="add mod">
          <ac:chgData name="Tristan Plasse" userId="13c698b9-43c4-4271-b359-faaadca0774b" providerId="ADAL" clId="{FE460185-D4AE-4375-BA71-CD1D7F2341F0}" dt="2026-04-17T01:29:55.712" v="5038" actId="14100"/>
          <ac:spMkLst>
            <pc:docMk/>
            <pc:sldMk cId="1209728823" sldId="281"/>
            <ac:spMk id="4" creationId="{4908DAB4-9378-641C-7822-F8FFCB3F9F8A}"/>
          </ac:spMkLst>
        </pc:spChg>
        <pc:spChg chg="add">
          <ac:chgData name="Tristan Plasse" userId="13c698b9-43c4-4271-b359-faaadca0774b" providerId="ADAL" clId="{FE460185-D4AE-4375-BA71-CD1D7F2341F0}" dt="2026-04-17T01:29:12.692" v="5030" actId="26606"/>
          <ac:spMkLst>
            <pc:docMk/>
            <pc:sldMk cId="1209728823" sldId="281"/>
            <ac:spMk id="2055" creationId="{E49D7415-2F11-44C2-B6AA-13A25B6814B9}"/>
          </ac:spMkLst>
        </pc:spChg>
        <pc:picChg chg="add mod">
          <ac:chgData name="Tristan Plasse" userId="13c698b9-43c4-4271-b359-faaadca0774b" providerId="ADAL" clId="{FE460185-D4AE-4375-BA71-CD1D7F2341F0}" dt="2026-04-17T01:29:21.933" v="5031" actId="18131"/>
          <ac:picMkLst>
            <pc:docMk/>
            <pc:sldMk cId="1209728823" sldId="281"/>
            <ac:picMk id="2050" creationId="{6E929EB8-0E77-8D30-C757-71AEE670B488}"/>
          </ac:picMkLst>
        </pc:picChg>
        <pc:cxnChg chg="add">
          <ac:chgData name="Tristan Plasse" userId="13c698b9-43c4-4271-b359-faaadca0774b" providerId="ADAL" clId="{FE460185-D4AE-4375-BA71-CD1D7F2341F0}" dt="2026-04-17T01:29:12.692" v="5030" actId="26606"/>
          <ac:cxnSpMkLst>
            <pc:docMk/>
            <pc:sldMk cId="1209728823" sldId="281"/>
            <ac:cxnSpMk id="2057" creationId="{8E0104E4-99BC-494F-8342-F250828E574F}"/>
          </ac:cxnSpMkLst>
        </pc:cxnChg>
      </pc:sldChg>
      <pc:sldChg chg="addSp delSp modSp new mod setBg setClrOvrMap">
        <pc:chgData name="Tristan Plasse" userId="13c698b9-43c4-4271-b359-faaadca0774b" providerId="ADAL" clId="{FE460185-D4AE-4375-BA71-CD1D7F2341F0}" dt="2026-04-17T01:31:13.276" v="5059" actId="1076"/>
        <pc:sldMkLst>
          <pc:docMk/>
          <pc:sldMk cId="784584029" sldId="282"/>
        </pc:sldMkLst>
        <pc:spChg chg="mod ord">
          <ac:chgData name="Tristan Plasse" userId="13c698b9-43c4-4271-b359-faaadca0774b" providerId="ADAL" clId="{FE460185-D4AE-4375-BA71-CD1D7F2341F0}" dt="2026-04-17T01:30:36.101" v="5052" actId="26606"/>
          <ac:spMkLst>
            <pc:docMk/>
            <pc:sldMk cId="784584029" sldId="282"/>
            <ac:spMk id="2" creationId="{D1DA8DF0-027D-CBFA-F9E4-EA0F931579EF}"/>
          </ac:spMkLst>
        </pc:spChg>
        <pc:spChg chg="del">
          <ac:chgData name="Tristan Plasse" userId="13c698b9-43c4-4271-b359-faaadca0774b" providerId="ADAL" clId="{FE460185-D4AE-4375-BA71-CD1D7F2341F0}" dt="2026-04-17T01:30:12.348" v="5047" actId="478"/>
          <ac:spMkLst>
            <pc:docMk/>
            <pc:sldMk cId="784584029" sldId="282"/>
            <ac:spMk id="3" creationId="{275D4D4A-9F9A-E165-9931-AE7EC6F9609B}"/>
          </ac:spMkLst>
        </pc:spChg>
        <pc:spChg chg="add mod">
          <ac:chgData name="Tristan Plasse" userId="13c698b9-43c4-4271-b359-faaadca0774b" providerId="ADAL" clId="{FE460185-D4AE-4375-BA71-CD1D7F2341F0}" dt="2026-04-17T01:31:13.276" v="5059" actId="1076"/>
          <ac:spMkLst>
            <pc:docMk/>
            <pc:sldMk cId="784584029" sldId="282"/>
            <ac:spMk id="4" creationId="{80693467-78F2-1B86-B867-3754098C5644}"/>
          </ac:spMkLst>
        </pc:spChg>
        <pc:spChg chg="add">
          <ac:chgData name="Tristan Plasse" userId="13c698b9-43c4-4271-b359-faaadca0774b" providerId="ADAL" clId="{FE460185-D4AE-4375-BA71-CD1D7F2341F0}" dt="2026-04-17T01:30:36.101" v="5052" actId="26606"/>
          <ac:spMkLst>
            <pc:docMk/>
            <pc:sldMk cId="784584029" sldId="282"/>
            <ac:spMk id="3083" creationId="{33E93247-6229-44AB-A550-739E971E690B}"/>
          </ac:spMkLst>
        </pc:spChg>
        <pc:spChg chg="add">
          <ac:chgData name="Tristan Plasse" userId="13c698b9-43c4-4271-b359-faaadca0774b" providerId="ADAL" clId="{FE460185-D4AE-4375-BA71-CD1D7F2341F0}" dt="2026-04-17T01:30:36.101" v="5052" actId="26606"/>
          <ac:spMkLst>
            <pc:docMk/>
            <pc:sldMk cId="784584029" sldId="282"/>
            <ac:spMk id="3085" creationId="{6BB6B482-ACCA-4938-8AEA-49D525C17221}"/>
          </ac:spMkLst>
        </pc:spChg>
        <pc:picChg chg="add mod">
          <ac:chgData name="Tristan Plasse" userId="13c698b9-43c4-4271-b359-faaadca0774b" providerId="ADAL" clId="{FE460185-D4AE-4375-BA71-CD1D7F2341F0}" dt="2026-04-17T01:30:42.128" v="5053" actId="18131"/>
          <ac:picMkLst>
            <pc:docMk/>
            <pc:sldMk cId="784584029" sldId="282"/>
            <ac:picMk id="3074" creationId="{4C00A1DA-6ED6-C7B3-FAC3-90C08EBD5B83}"/>
          </ac:picMkLst>
        </pc:picChg>
        <pc:cxnChg chg="add">
          <ac:chgData name="Tristan Plasse" userId="13c698b9-43c4-4271-b359-faaadca0774b" providerId="ADAL" clId="{FE460185-D4AE-4375-BA71-CD1D7F2341F0}" dt="2026-04-17T01:30:36.101" v="5052" actId="26606"/>
          <ac:cxnSpMkLst>
            <pc:docMk/>
            <pc:sldMk cId="784584029" sldId="282"/>
            <ac:cxnSpMk id="3079" creationId="{F64F9B95-9045-48D2-B9F3-2927E98F54AA}"/>
          </ac:cxnSpMkLst>
        </pc:cxnChg>
        <pc:cxnChg chg="add">
          <ac:chgData name="Tristan Plasse" userId="13c698b9-43c4-4271-b359-faaadca0774b" providerId="ADAL" clId="{FE460185-D4AE-4375-BA71-CD1D7F2341F0}" dt="2026-04-17T01:30:36.101" v="5052" actId="26606"/>
          <ac:cxnSpMkLst>
            <pc:docMk/>
            <pc:sldMk cId="784584029" sldId="282"/>
            <ac:cxnSpMk id="3081" creationId="{085AA86F-6A4D-4BCB-A045-D992CDC2959B}"/>
          </ac:cxnSpMkLst>
        </pc:cxnChg>
        <pc:cxnChg chg="add">
          <ac:chgData name="Tristan Plasse" userId="13c698b9-43c4-4271-b359-faaadca0774b" providerId="ADAL" clId="{FE460185-D4AE-4375-BA71-CD1D7F2341F0}" dt="2026-04-17T01:30:36.101" v="5052" actId="26606"/>
          <ac:cxnSpMkLst>
            <pc:docMk/>
            <pc:sldMk cId="784584029" sldId="282"/>
            <ac:cxnSpMk id="3087" creationId="{EE2E603F-4A95-4FE8-BB06-211DFD75DBEF}"/>
          </ac:cxnSpMkLst>
        </pc:cxnChg>
      </pc:sldChg>
      <pc:sldChg chg="modSp new mod">
        <pc:chgData name="Tristan Plasse" userId="13c698b9-43c4-4271-b359-faaadca0774b" providerId="ADAL" clId="{FE460185-D4AE-4375-BA71-CD1D7F2341F0}" dt="2026-04-17T02:26:58.645" v="5086" actId="115"/>
        <pc:sldMkLst>
          <pc:docMk/>
          <pc:sldMk cId="3557562823" sldId="283"/>
        </pc:sldMkLst>
        <pc:spChg chg="mod">
          <ac:chgData name="Tristan Plasse" userId="13c698b9-43c4-4271-b359-faaadca0774b" providerId="ADAL" clId="{FE460185-D4AE-4375-BA71-CD1D7F2341F0}" dt="2026-04-17T02:25:39.922" v="5073" actId="20577"/>
          <ac:spMkLst>
            <pc:docMk/>
            <pc:sldMk cId="3557562823" sldId="283"/>
            <ac:spMk id="2" creationId="{2755F7A0-20BB-EF74-1658-92294AAB1D89}"/>
          </ac:spMkLst>
        </pc:spChg>
        <pc:spChg chg="mod">
          <ac:chgData name="Tristan Plasse" userId="13c698b9-43c4-4271-b359-faaadca0774b" providerId="ADAL" clId="{FE460185-D4AE-4375-BA71-CD1D7F2341F0}" dt="2026-04-17T02:26:58.645" v="5086" actId="115"/>
          <ac:spMkLst>
            <pc:docMk/>
            <pc:sldMk cId="3557562823" sldId="283"/>
            <ac:spMk id="3" creationId="{14515BA2-F5BE-2C2A-D48B-418406D8001B}"/>
          </ac:spMkLst>
        </pc:spChg>
      </pc:sldChg>
      <pc:sldChg chg="modSp add mod ord modNotesTx">
        <pc:chgData name="Tristan Plasse" userId="13c698b9-43c4-4271-b359-faaadca0774b" providerId="ADAL" clId="{FE460185-D4AE-4375-BA71-CD1D7F2341F0}" dt="2026-04-17T03:51:58.108" v="5797" actId="20577"/>
        <pc:sldMkLst>
          <pc:docMk/>
          <pc:sldMk cId="2393943690" sldId="284"/>
        </pc:sldMkLst>
        <pc:spChg chg="mod">
          <ac:chgData name="Tristan Plasse" userId="13c698b9-43c4-4271-b359-faaadca0774b" providerId="ADAL" clId="{FE460185-D4AE-4375-BA71-CD1D7F2341F0}" dt="2026-04-17T03:35:32.830" v="5673" actId="20577"/>
          <ac:spMkLst>
            <pc:docMk/>
            <pc:sldMk cId="2393943690" sldId="284"/>
            <ac:spMk id="2" creationId="{17A7EB5A-FA1F-F440-F699-BDAE13D981A1}"/>
          </ac:spMkLst>
        </pc:spChg>
      </pc:sldChg>
      <pc:sldMasterChg chg="add addSldLayout">
        <pc:chgData name="Tristan Plasse" userId="13c698b9-43c4-4271-b359-faaadca0774b" providerId="ADAL" clId="{FE460185-D4AE-4375-BA71-CD1D7F2341F0}" dt="2026-04-15T20:11:02.110" v="50" actId="26606"/>
        <pc:sldMasterMkLst>
          <pc:docMk/>
          <pc:sldMasterMk cId="2367361008" sldId="2147483715"/>
        </pc:sldMasterMkLst>
        <pc:sldLayoutChg chg="add">
          <pc:chgData name="Tristan Plasse" userId="13c698b9-43c4-4271-b359-faaadca0774b" providerId="ADAL" clId="{FE460185-D4AE-4375-BA71-CD1D7F2341F0}" dt="2026-04-15T20:11:02.110" v="50" actId="26606"/>
          <pc:sldLayoutMkLst>
            <pc:docMk/>
            <pc:sldMasterMk cId="2367361008" sldId="2147483715"/>
            <pc:sldLayoutMk cId="2713428249" sldId="2147483704"/>
          </pc:sldLayoutMkLst>
        </pc:sldLayoutChg>
        <pc:sldLayoutChg chg="add">
          <pc:chgData name="Tristan Plasse" userId="13c698b9-43c4-4271-b359-faaadca0774b" providerId="ADAL" clId="{FE460185-D4AE-4375-BA71-CD1D7F2341F0}" dt="2026-04-15T20:11:02.110" v="50" actId="26606"/>
          <pc:sldLayoutMkLst>
            <pc:docMk/>
            <pc:sldMasterMk cId="2367361008" sldId="2147483715"/>
            <pc:sldLayoutMk cId="1283618248" sldId="2147483705"/>
          </pc:sldLayoutMkLst>
        </pc:sldLayoutChg>
        <pc:sldLayoutChg chg="add">
          <pc:chgData name="Tristan Plasse" userId="13c698b9-43c4-4271-b359-faaadca0774b" providerId="ADAL" clId="{FE460185-D4AE-4375-BA71-CD1D7F2341F0}" dt="2026-04-15T20:11:02.110" v="50" actId="26606"/>
          <pc:sldLayoutMkLst>
            <pc:docMk/>
            <pc:sldMasterMk cId="2367361008" sldId="2147483715"/>
            <pc:sldLayoutMk cId="3588553032" sldId="2147483706"/>
          </pc:sldLayoutMkLst>
        </pc:sldLayoutChg>
        <pc:sldLayoutChg chg="add">
          <pc:chgData name="Tristan Plasse" userId="13c698b9-43c4-4271-b359-faaadca0774b" providerId="ADAL" clId="{FE460185-D4AE-4375-BA71-CD1D7F2341F0}" dt="2026-04-15T20:11:02.110" v="50" actId="26606"/>
          <pc:sldLayoutMkLst>
            <pc:docMk/>
            <pc:sldMasterMk cId="2367361008" sldId="2147483715"/>
            <pc:sldLayoutMk cId="4029147812" sldId="2147483707"/>
          </pc:sldLayoutMkLst>
        </pc:sldLayoutChg>
        <pc:sldLayoutChg chg="add">
          <pc:chgData name="Tristan Plasse" userId="13c698b9-43c4-4271-b359-faaadca0774b" providerId="ADAL" clId="{FE460185-D4AE-4375-BA71-CD1D7F2341F0}" dt="2026-04-15T20:11:02.110" v="50" actId="26606"/>
          <pc:sldLayoutMkLst>
            <pc:docMk/>
            <pc:sldMasterMk cId="2367361008" sldId="2147483715"/>
            <pc:sldLayoutMk cId="2925132312" sldId="2147483708"/>
          </pc:sldLayoutMkLst>
        </pc:sldLayoutChg>
        <pc:sldLayoutChg chg="add">
          <pc:chgData name="Tristan Plasse" userId="13c698b9-43c4-4271-b359-faaadca0774b" providerId="ADAL" clId="{FE460185-D4AE-4375-BA71-CD1D7F2341F0}" dt="2026-04-15T20:11:02.110" v="50" actId="26606"/>
          <pc:sldLayoutMkLst>
            <pc:docMk/>
            <pc:sldMasterMk cId="2367361008" sldId="2147483715"/>
            <pc:sldLayoutMk cId="842180291" sldId="2147483709"/>
          </pc:sldLayoutMkLst>
        </pc:sldLayoutChg>
        <pc:sldLayoutChg chg="add">
          <pc:chgData name="Tristan Plasse" userId="13c698b9-43c4-4271-b359-faaadca0774b" providerId="ADAL" clId="{FE460185-D4AE-4375-BA71-CD1D7F2341F0}" dt="2026-04-15T20:11:02.110" v="50" actId="26606"/>
          <pc:sldLayoutMkLst>
            <pc:docMk/>
            <pc:sldMasterMk cId="2367361008" sldId="2147483715"/>
            <pc:sldLayoutMk cId="650174944" sldId="2147483710"/>
          </pc:sldLayoutMkLst>
        </pc:sldLayoutChg>
        <pc:sldLayoutChg chg="add">
          <pc:chgData name="Tristan Plasse" userId="13c698b9-43c4-4271-b359-faaadca0774b" providerId="ADAL" clId="{FE460185-D4AE-4375-BA71-CD1D7F2341F0}" dt="2026-04-15T20:11:02.110" v="50" actId="26606"/>
          <pc:sldLayoutMkLst>
            <pc:docMk/>
            <pc:sldMasterMk cId="2367361008" sldId="2147483715"/>
            <pc:sldLayoutMk cId="182539644" sldId="2147483711"/>
          </pc:sldLayoutMkLst>
        </pc:sldLayoutChg>
        <pc:sldLayoutChg chg="add">
          <pc:chgData name="Tristan Plasse" userId="13c698b9-43c4-4271-b359-faaadca0774b" providerId="ADAL" clId="{FE460185-D4AE-4375-BA71-CD1D7F2341F0}" dt="2026-04-15T20:11:02.110" v="50" actId="26606"/>
          <pc:sldLayoutMkLst>
            <pc:docMk/>
            <pc:sldMasterMk cId="2367361008" sldId="2147483715"/>
            <pc:sldLayoutMk cId="13408493" sldId="2147483712"/>
          </pc:sldLayoutMkLst>
        </pc:sldLayoutChg>
        <pc:sldLayoutChg chg="add">
          <pc:chgData name="Tristan Plasse" userId="13c698b9-43c4-4271-b359-faaadca0774b" providerId="ADAL" clId="{FE460185-D4AE-4375-BA71-CD1D7F2341F0}" dt="2026-04-15T20:11:02.110" v="50" actId="26606"/>
          <pc:sldLayoutMkLst>
            <pc:docMk/>
            <pc:sldMasterMk cId="2367361008" sldId="2147483715"/>
            <pc:sldLayoutMk cId="2240675757" sldId="2147483713"/>
          </pc:sldLayoutMkLst>
        </pc:sldLayoutChg>
        <pc:sldLayoutChg chg="add">
          <pc:chgData name="Tristan Plasse" userId="13c698b9-43c4-4271-b359-faaadca0774b" providerId="ADAL" clId="{FE460185-D4AE-4375-BA71-CD1D7F2341F0}" dt="2026-04-15T20:11:02.110" v="50" actId="26606"/>
          <pc:sldLayoutMkLst>
            <pc:docMk/>
            <pc:sldMasterMk cId="2367361008" sldId="2147483715"/>
            <pc:sldLayoutMk cId="2875551220" sldId="2147483714"/>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BA07238-EA0C-4068-B840-BF95B9F0D166}"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FF665B83-1B4D-4C90-98A1-0D3C84EE7012}">
      <dgm:prSet/>
      <dgm:spPr/>
      <dgm:t>
        <a:bodyPr/>
        <a:lstStyle/>
        <a:p>
          <a:r>
            <a:rPr lang="fr-CA"/>
            <a:t>Maturité sexuelle à 10 ans</a:t>
          </a:r>
          <a:endParaRPr lang="en-US"/>
        </a:p>
      </dgm:t>
    </dgm:pt>
    <dgm:pt modelId="{E38D55F2-7934-453C-AFB7-88E5F6DF0F5D}" type="parTrans" cxnId="{BBE6F56C-522C-45F7-974D-F6B65E417936}">
      <dgm:prSet/>
      <dgm:spPr/>
      <dgm:t>
        <a:bodyPr/>
        <a:lstStyle/>
        <a:p>
          <a:endParaRPr lang="en-US"/>
        </a:p>
      </dgm:t>
    </dgm:pt>
    <dgm:pt modelId="{F8B8BB7D-45FB-4918-8B57-2B75A9DA775C}" type="sibTrans" cxnId="{BBE6F56C-522C-45F7-974D-F6B65E417936}">
      <dgm:prSet/>
      <dgm:spPr/>
      <dgm:t>
        <a:bodyPr/>
        <a:lstStyle/>
        <a:p>
          <a:endParaRPr lang="en-US"/>
        </a:p>
      </dgm:t>
    </dgm:pt>
    <dgm:pt modelId="{59406451-88E5-4A80-8B8D-0DFA00C9C446}">
      <dgm:prSet/>
      <dgm:spPr/>
      <dgm:t>
        <a:bodyPr/>
        <a:lstStyle/>
        <a:p>
          <a:r>
            <a:rPr lang="fr-CA"/>
            <a:t>Espérance de vie &gt;30 ans</a:t>
          </a:r>
          <a:endParaRPr lang="en-US"/>
        </a:p>
      </dgm:t>
    </dgm:pt>
    <dgm:pt modelId="{476D7254-7038-4C7B-AD4E-2E063E9EA71A}" type="parTrans" cxnId="{FA60F33F-057A-46FB-B11B-7FAF09F02157}">
      <dgm:prSet/>
      <dgm:spPr/>
      <dgm:t>
        <a:bodyPr/>
        <a:lstStyle/>
        <a:p>
          <a:endParaRPr lang="en-US"/>
        </a:p>
      </dgm:t>
    </dgm:pt>
    <dgm:pt modelId="{9E0892ED-B88A-4B4C-B2C4-C90275E2A200}" type="sibTrans" cxnId="{FA60F33F-057A-46FB-B11B-7FAF09F02157}">
      <dgm:prSet/>
      <dgm:spPr/>
      <dgm:t>
        <a:bodyPr/>
        <a:lstStyle/>
        <a:p>
          <a:endParaRPr lang="en-US"/>
        </a:p>
      </dgm:t>
    </dgm:pt>
    <dgm:pt modelId="{0D49BA0D-A3F5-4AEF-B0FD-CA1CAC52E855}">
      <dgm:prSet/>
      <dgm:spPr/>
      <dgm:t>
        <a:bodyPr/>
        <a:lstStyle/>
        <a:p>
          <a:r>
            <a:rPr lang="fr-CA"/>
            <a:t>2 sites de fraie connus</a:t>
          </a:r>
          <a:endParaRPr lang="en-US"/>
        </a:p>
      </dgm:t>
    </dgm:pt>
    <dgm:pt modelId="{376FA331-F4A4-4853-B081-35A8360A80EC}" type="parTrans" cxnId="{C7770ABF-91CA-428C-9702-9B0CAB58B3A9}">
      <dgm:prSet/>
      <dgm:spPr/>
      <dgm:t>
        <a:bodyPr/>
        <a:lstStyle/>
        <a:p>
          <a:endParaRPr lang="en-US"/>
        </a:p>
      </dgm:t>
    </dgm:pt>
    <dgm:pt modelId="{41FEBED8-1C7C-4883-87E4-AC4E2E3F6D61}" type="sibTrans" cxnId="{C7770ABF-91CA-428C-9702-9B0CAB58B3A9}">
      <dgm:prSet/>
      <dgm:spPr/>
      <dgm:t>
        <a:bodyPr/>
        <a:lstStyle/>
        <a:p>
          <a:endParaRPr lang="en-US"/>
        </a:p>
      </dgm:t>
    </dgm:pt>
    <dgm:pt modelId="{D977E62F-C420-4330-BD96-FCEE8ACC918A}" type="pres">
      <dgm:prSet presAssocID="{1BA07238-EA0C-4068-B840-BF95B9F0D166}" presName="hierChild1" presStyleCnt="0">
        <dgm:presLayoutVars>
          <dgm:chPref val="1"/>
          <dgm:dir/>
          <dgm:animOne val="branch"/>
          <dgm:animLvl val="lvl"/>
          <dgm:resizeHandles/>
        </dgm:presLayoutVars>
      </dgm:prSet>
      <dgm:spPr/>
    </dgm:pt>
    <dgm:pt modelId="{7B435300-3871-4DEB-831D-D2E85F023420}" type="pres">
      <dgm:prSet presAssocID="{FF665B83-1B4D-4C90-98A1-0D3C84EE7012}" presName="hierRoot1" presStyleCnt="0"/>
      <dgm:spPr/>
    </dgm:pt>
    <dgm:pt modelId="{98E3AD30-22EF-400D-9B28-56C2260CAC7D}" type="pres">
      <dgm:prSet presAssocID="{FF665B83-1B4D-4C90-98A1-0D3C84EE7012}" presName="composite" presStyleCnt="0"/>
      <dgm:spPr/>
    </dgm:pt>
    <dgm:pt modelId="{B113528B-892E-4BF7-825F-6B4469CA9E9B}" type="pres">
      <dgm:prSet presAssocID="{FF665B83-1B4D-4C90-98A1-0D3C84EE7012}" presName="background" presStyleLbl="node0" presStyleIdx="0" presStyleCnt="3"/>
      <dgm:spPr/>
    </dgm:pt>
    <dgm:pt modelId="{22D4EF55-42D6-4D17-A853-126DB7644C5A}" type="pres">
      <dgm:prSet presAssocID="{FF665B83-1B4D-4C90-98A1-0D3C84EE7012}" presName="text" presStyleLbl="fgAcc0" presStyleIdx="0" presStyleCnt="3">
        <dgm:presLayoutVars>
          <dgm:chPref val="3"/>
        </dgm:presLayoutVars>
      </dgm:prSet>
      <dgm:spPr/>
    </dgm:pt>
    <dgm:pt modelId="{8D0169D6-290E-4764-BF87-C8034F6CE8DE}" type="pres">
      <dgm:prSet presAssocID="{FF665B83-1B4D-4C90-98A1-0D3C84EE7012}" presName="hierChild2" presStyleCnt="0"/>
      <dgm:spPr/>
    </dgm:pt>
    <dgm:pt modelId="{744AB9BB-6548-4AAB-B7AD-0364CC7EAB8F}" type="pres">
      <dgm:prSet presAssocID="{59406451-88E5-4A80-8B8D-0DFA00C9C446}" presName="hierRoot1" presStyleCnt="0"/>
      <dgm:spPr/>
    </dgm:pt>
    <dgm:pt modelId="{9DAF401A-CAF0-43EB-BF3F-D35B6C24310D}" type="pres">
      <dgm:prSet presAssocID="{59406451-88E5-4A80-8B8D-0DFA00C9C446}" presName="composite" presStyleCnt="0"/>
      <dgm:spPr/>
    </dgm:pt>
    <dgm:pt modelId="{3CE72B38-A579-462C-8F08-A93B2B81A81E}" type="pres">
      <dgm:prSet presAssocID="{59406451-88E5-4A80-8B8D-0DFA00C9C446}" presName="background" presStyleLbl="node0" presStyleIdx="1" presStyleCnt="3"/>
      <dgm:spPr/>
    </dgm:pt>
    <dgm:pt modelId="{B43240E6-B0E2-4B7B-99FD-9CCFC53FA534}" type="pres">
      <dgm:prSet presAssocID="{59406451-88E5-4A80-8B8D-0DFA00C9C446}" presName="text" presStyleLbl="fgAcc0" presStyleIdx="1" presStyleCnt="3">
        <dgm:presLayoutVars>
          <dgm:chPref val="3"/>
        </dgm:presLayoutVars>
      </dgm:prSet>
      <dgm:spPr/>
    </dgm:pt>
    <dgm:pt modelId="{92FD71ED-C1E5-4BA0-921D-5D2448686D1F}" type="pres">
      <dgm:prSet presAssocID="{59406451-88E5-4A80-8B8D-0DFA00C9C446}" presName="hierChild2" presStyleCnt="0"/>
      <dgm:spPr/>
    </dgm:pt>
    <dgm:pt modelId="{7B2EC0C2-5C70-4E47-8144-F553AC894AE5}" type="pres">
      <dgm:prSet presAssocID="{0D49BA0D-A3F5-4AEF-B0FD-CA1CAC52E855}" presName="hierRoot1" presStyleCnt="0"/>
      <dgm:spPr/>
    </dgm:pt>
    <dgm:pt modelId="{0BC077D5-A4D8-4AEF-8528-92B0953FB518}" type="pres">
      <dgm:prSet presAssocID="{0D49BA0D-A3F5-4AEF-B0FD-CA1CAC52E855}" presName="composite" presStyleCnt="0"/>
      <dgm:spPr/>
    </dgm:pt>
    <dgm:pt modelId="{2BE4893F-51F5-4377-ABA0-82E5B3E8A7D8}" type="pres">
      <dgm:prSet presAssocID="{0D49BA0D-A3F5-4AEF-B0FD-CA1CAC52E855}" presName="background" presStyleLbl="node0" presStyleIdx="2" presStyleCnt="3"/>
      <dgm:spPr/>
    </dgm:pt>
    <dgm:pt modelId="{C7220E4E-4EF4-498A-90FB-A280214E27FB}" type="pres">
      <dgm:prSet presAssocID="{0D49BA0D-A3F5-4AEF-B0FD-CA1CAC52E855}" presName="text" presStyleLbl="fgAcc0" presStyleIdx="2" presStyleCnt="3">
        <dgm:presLayoutVars>
          <dgm:chPref val="3"/>
        </dgm:presLayoutVars>
      </dgm:prSet>
      <dgm:spPr/>
    </dgm:pt>
    <dgm:pt modelId="{8ABD43AB-23CD-448F-9EC9-55B3F0E236E7}" type="pres">
      <dgm:prSet presAssocID="{0D49BA0D-A3F5-4AEF-B0FD-CA1CAC52E855}" presName="hierChild2" presStyleCnt="0"/>
      <dgm:spPr/>
    </dgm:pt>
  </dgm:ptLst>
  <dgm:cxnLst>
    <dgm:cxn modelId="{FDE90514-0B29-4CE0-8C38-29B77B95779A}" type="presOf" srcId="{FF665B83-1B4D-4C90-98A1-0D3C84EE7012}" destId="{22D4EF55-42D6-4D17-A853-126DB7644C5A}" srcOrd="0" destOrd="0" presId="urn:microsoft.com/office/officeart/2005/8/layout/hierarchy1"/>
    <dgm:cxn modelId="{FA60F33F-057A-46FB-B11B-7FAF09F02157}" srcId="{1BA07238-EA0C-4068-B840-BF95B9F0D166}" destId="{59406451-88E5-4A80-8B8D-0DFA00C9C446}" srcOrd="1" destOrd="0" parTransId="{476D7254-7038-4C7B-AD4E-2E063E9EA71A}" sibTransId="{9E0892ED-B88A-4B4C-B2C4-C90275E2A200}"/>
    <dgm:cxn modelId="{7A371547-1CCD-4C14-B4FE-BEF61031A6AF}" type="presOf" srcId="{1BA07238-EA0C-4068-B840-BF95B9F0D166}" destId="{D977E62F-C420-4330-BD96-FCEE8ACC918A}" srcOrd="0" destOrd="0" presId="urn:microsoft.com/office/officeart/2005/8/layout/hierarchy1"/>
    <dgm:cxn modelId="{419D3F6C-85D0-4EA7-80FC-A94698EA3278}" type="presOf" srcId="{59406451-88E5-4A80-8B8D-0DFA00C9C446}" destId="{B43240E6-B0E2-4B7B-99FD-9CCFC53FA534}" srcOrd="0" destOrd="0" presId="urn:microsoft.com/office/officeart/2005/8/layout/hierarchy1"/>
    <dgm:cxn modelId="{BBE6F56C-522C-45F7-974D-F6B65E417936}" srcId="{1BA07238-EA0C-4068-B840-BF95B9F0D166}" destId="{FF665B83-1B4D-4C90-98A1-0D3C84EE7012}" srcOrd="0" destOrd="0" parTransId="{E38D55F2-7934-453C-AFB7-88E5F6DF0F5D}" sibTransId="{F8B8BB7D-45FB-4918-8B57-2B75A9DA775C}"/>
    <dgm:cxn modelId="{C7770ABF-91CA-428C-9702-9B0CAB58B3A9}" srcId="{1BA07238-EA0C-4068-B840-BF95B9F0D166}" destId="{0D49BA0D-A3F5-4AEF-B0FD-CA1CAC52E855}" srcOrd="2" destOrd="0" parTransId="{376FA331-F4A4-4853-B081-35A8360A80EC}" sibTransId="{41FEBED8-1C7C-4883-87E4-AC4E2E3F6D61}"/>
    <dgm:cxn modelId="{D9D90CC0-18C1-46FE-8634-B2FE37BACFEB}" type="presOf" srcId="{0D49BA0D-A3F5-4AEF-B0FD-CA1CAC52E855}" destId="{C7220E4E-4EF4-498A-90FB-A280214E27FB}" srcOrd="0" destOrd="0" presId="urn:microsoft.com/office/officeart/2005/8/layout/hierarchy1"/>
    <dgm:cxn modelId="{4F5DEA92-EBD7-4527-8700-35C576EB2937}" type="presParOf" srcId="{D977E62F-C420-4330-BD96-FCEE8ACC918A}" destId="{7B435300-3871-4DEB-831D-D2E85F023420}" srcOrd="0" destOrd="0" presId="urn:microsoft.com/office/officeart/2005/8/layout/hierarchy1"/>
    <dgm:cxn modelId="{1FA3E027-5233-47C0-8FF7-C3EA938C27C9}" type="presParOf" srcId="{7B435300-3871-4DEB-831D-D2E85F023420}" destId="{98E3AD30-22EF-400D-9B28-56C2260CAC7D}" srcOrd="0" destOrd="0" presId="urn:microsoft.com/office/officeart/2005/8/layout/hierarchy1"/>
    <dgm:cxn modelId="{122DC65D-807E-4EAB-8E8D-C061A6C2DEA3}" type="presParOf" srcId="{98E3AD30-22EF-400D-9B28-56C2260CAC7D}" destId="{B113528B-892E-4BF7-825F-6B4469CA9E9B}" srcOrd="0" destOrd="0" presId="urn:microsoft.com/office/officeart/2005/8/layout/hierarchy1"/>
    <dgm:cxn modelId="{AFA076CC-1FF5-4986-9B64-9B3FE62CA9DD}" type="presParOf" srcId="{98E3AD30-22EF-400D-9B28-56C2260CAC7D}" destId="{22D4EF55-42D6-4D17-A853-126DB7644C5A}" srcOrd="1" destOrd="0" presId="urn:microsoft.com/office/officeart/2005/8/layout/hierarchy1"/>
    <dgm:cxn modelId="{155B22C6-5429-49C7-A8FB-2B25F1BD767B}" type="presParOf" srcId="{7B435300-3871-4DEB-831D-D2E85F023420}" destId="{8D0169D6-290E-4764-BF87-C8034F6CE8DE}" srcOrd="1" destOrd="0" presId="urn:microsoft.com/office/officeart/2005/8/layout/hierarchy1"/>
    <dgm:cxn modelId="{A8E71190-34F5-4F5A-AFE7-EF6A17AAD227}" type="presParOf" srcId="{D977E62F-C420-4330-BD96-FCEE8ACC918A}" destId="{744AB9BB-6548-4AAB-B7AD-0364CC7EAB8F}" srcOrd="1" destOrd="0" presId="urn:microsoft.com/office/officeart/2005/8/layout/hierarchy1"/>
    <dgm:cxn modelId="{A9F2BBB8-DD99-43AA-BA25-D29BCEE6E67E}" type="presParOf" srcId="{744AB9BB-6548-4AAB-B7AD-0364CC7EAB8F}" destId="{9DAF401A-CAF0-43EB-BF3F-D35B6C24310D}" srcOrd="0" destOrd="0" presId="urn:microsoft.com/office/officeart/2005/8/layout/hierarchy1"/>
    <dgm:cxn modelId="{A0AF4870-E5EB-4752-92F8-B21538E6FA1B}" type="presParOf" srcId="{9DAF401A-CAF0-43EB-BF3F-D35B6C24310D}" destId="{3CE72B38-A579-462C-8F08-A93B2B81A81E}" srcOrd="0" destOrd="0" presId="urn:microsoft.com/office/officeart/2005/8/layout/hierarchy1"/>
    <dgm:cxn modelId="{609655C5-C1F2-4203-AEE4-75D742298821}" type="presParOf" srcId="{9DAF401A-CAF0-43EB-BF3F-D35B6C24310D}" destId="{B43240E6-B0E2-4B7B-99FD-9CCFC53FA534}" srcOrd="1" destOrd="0" presId="urn:microsoft.com/office/officeart/2005/8/layout/hierarchy1"/>
    <dgm:cxn modelId="{365EFD92-3A35-4989-83DC-D6DBF6430DC4}" type="presParOf" srcId="{744AB9BB-6548-4AAB-B7AD-0364CC7EAB8F}" destId="{92FD71ED-C1E5-4BA0-921D-5D2448686D1F}" srcOrd="1" destOrd="0" presId="urn:microsoft.com/office/officeart/2005/8/layout/hierarchy1"/>
    <dgm:cxn modelId="{C89C1CC1-3E4C-4242-944D-B5860220F17B}" type="presParOf" srcId="{D977E62F-C420-4330-BD96-FCEE8ACC918A}" destId="{7B2EC0C2-5C70-4E47-8144-F553AC894AE5}" srcOrd="2" destOrd="0" presId="urn:microsoft.com/office/officeart/2005/8/layout/hierarchy1"/>
    <dgm:cxn modelId="{20BE23C0-B140-47A8-825B-2EA9C826D6BA}" type="presParOf" srcId="{7B2EC0C2-5C70-4E47-8144-F553AC894AE5}" destId="{0BC077D5-A4D8-4AEF-8528-92B0953FB518}" srcOrd="0" destOrd="0" presId="urn:microsoft.com/office/officeart/2005/8/layout/hierarchy1"/>
    <dgm:cxn modelId="{146785F7-801D-4901-9D0D-C26BD5419B1C}" type="presParOf" srcId="{0BC077D5-A4D8-4AEF-8528-92B0953FB518}" destId="{2BE4893F-51F5-4377-ABA0-82E5B3E8A7D8}" srcOrd="0" destOrd="0" presId="urn:microsoft.com/office/officeart/2005/8/layout/hierarchy1"/>
    <dgm:cxn modelId="{7A5BD060-C009-43F8-AE84-2B615221114D}" type="presParOf" srcId="{0BC077D5-A4D8-4AEF-8528-92B0953FB518}" destId="{C7220E4E-4EF4-498A-90FB-A280214E27FB}" srcOrd="1" destOrd="0" presId="urn:microsoft.com/office/officeart/2005/8/layout/hierarchy1"/>
    <dgm:cxn modelId="{6ACA991E-51A7-4FE0-A7A6-D596AC5A9669}" type="presParOf" srcId="{7B2EC0C2-5C70-4E47-8144-F553AC894AE5}" destId="{8ABD43AB-23CD-448F-9EC9-55B3F0E236E7}"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9749DE9-9646-447E-BF7B-82D5A2142C32}" type="doc">
      <dgm:prSet loTypeId="urn:microsoft.com/office/officeart/2005/8/layout/vProcess5" loCatId="process" qsTypeId="urn:microsoft.com/office/officeart/2005/8/quickstyle/simple1" qsCatId="simple" csTypeId="urn:microsoft.com/office/officeart/2005/8/colors/colorful1" csCatId="colorful"/>
      <dgm:spPr/>
      <dgm:t>
        <a:bodyPr/>
        <a:lstStyle/>
        <a:p>
          <a:endParaRPr lang="en-US"/>
        </a:p>
      </dgm:t>
    </dgm:pt>
    <dgm:pt modelId="{06F13A8A-A237-41DB-B678-1E5C40A1B0E0}">
      <dgm:prSet/>
      <dgm:spPr/>
      <dgm:t>
        <a:bodyPr/>
        <a:lstStyle/>
        <a:p>
          <a:r>
            <a:rPr lang="fr-CA"/>
            <a:t>Utilisation d’un PVA (population viability analysis)</a:t>
          </a:r>
          <a:endParaRPr lang="en-US"/>
        </a:p>
      </dgm:t>
    </dgm:pt>
    <dgm:pt modelId="{67D25D2C-D559-408C-A8DF-0345391FEAF6}" type="parTrans" cxnId="{2FF9A01B-1B66-4568-BD55-0F6A5749C38A}">
      <dgm:prSet/>
      <dgm:spPr/>
      <dgm:t>
        <a:bodyPr/>
        <a:lstStyle/>
        <a:p>
          <a:endParaRPr lang="en-US"/>
        </a:p>
      </dgm:t>
    </dgm:pt>
    <dgm:pt modelId="{09CF5DBD-3B7C-4795-A574-5901C4965EE4}" type="sibTrans" cxnId="{2FF9A01B-1B66-4568-BD55-0F6A5749C38A}">
      <dgm:prSet/>
      <dgm:spPr/>
      <dgm:t>
        <a:bodyPr/>
        <a:lstStyle/>
        <a:p>
          <a:endParaRPr lang="en-US"/>
        </a:p>
      </dgm:t>
    </dgm:pt>
    <dgm:pt modelId="{AF55BE4C-BEE1-414A-B8E3-D171CF57776B}">
      <dgm:prSet/>
      <dgm:spPr/>
      <dgm:t>
        <a:bodyPr/>
        <a:lstStyle/>
        <a:p>
          <a:r>
            <a:rPr lang="fr-CA"/>
            <a:t>3 scénarios</a:t>
          </a:r>
          <a:endParaRPr lang="en-US"/>
        </a:p>
      </dgm:t>
    </dgm:pt>
    <dgm:pt modelId="{B94422AA-7087-43EF-8B42-CEF5980C4247}" type="parTrans" cxnId="{40A9028A-BF0C-416D-BCB5-73E1B98F12FA}">
      <dgm:prSet/>
      <dgm:spPr/>
      <dgm:t>
        <a:bodyPr/>
        <a:lstStyle/>
        <a:p>
          <a:endParaRPr lang="en-US"/>
        </a:p>
      </dgm:t>
    </dgm:pt>
    <dgm:pt modelId="{66B842BF-5450-43F6-A074-0DCC2D0D0626}" type="sibTrans" cxnId="{40A9028A-BF0C-416D-BCB5-73E1B98F12FA}">
      <dgm:prSet/>
      <dgm:spPr/>
      <dgm:t>
        <a:bodyPr/>
        <a:lstStyle/>
        <a:p>
          <a:endParaRPr lang="en-US"/>
        </a:p>
      </dgm:t>
    </dgm:pt>
    <dgm:pt modelId="{7719A07E-B98A-4107-AAB8-A60449A34A3B}">
      <dgm:prSet/>
      <dgm:spPr/>
      <dgm:t>
        <a:bodyPr/>
        <a:lstStyle/>
        <a:p>
          <a:r>
            <a:rPr lang="fr-CA"/>
            <a:t>3 niveaux d’ensemencements</a:t>
          </a:r>
          <a:endParaRPr lang="en-US"/>
        </a:p>
      </dgm:t>
    </dgm:pt>
    <dgm:pt modelId="{87E05D3C-7AAF-4FEE-A02D-5AB5983128DA}" type="parTrans" cxnId="{25C06778-1839-451D-9A41-06FC1E27DEB6}">
      <dgm:prSet/>
      <dgm:spPr/>
      <dgm:t>
        <a:bodyPr/>
        <a:lstStyle/>
        <a:p>
          <a:endParaRPr lang="en-US"/>
        </a:p>
      </dgm:t>
    </dgm:pt>
    <dgm:pt modelId="{F8743E6D-9073-4576-B05A-BFD2F7ECFDBB}" type="sibTrans" cxnId="{25C06778-1839-451D-9A41-06FC1E27DEB6}">
      <dgm:prSet/>
      <dgm:spPr/>
      <dgm:t>
        <a:bodyPr/>
        <a:lstStyle/>
        <a:p>
          <a:endParaRPr lang="en-US"/>
        </a:p>
      </dgm:t>
    </dgm:pt>
    <dgm:pt modelId="{613D5E15-08B0-49D4-AC14-A24896091A0F}" type="pres">
      <dgm:prSet presAssocID="{49749DE9-9646-447E-BF7B-82D5A2142C32}" presName="outerComposite" presStyleCnt="0">
        <dgm:presLayoutVars>
          <dgm:chMax val="5"/>
          <dgm:dir/>
          <dgm:resizeHandles val="exact"/>
        </dgm:presLayoutVars>
      </dgm:prSet>
      <dgm:spPr/>
    </dgm:pt>
    <dgm:pt modelId="{ACB68AAF-2D48-4413-9B6E-882421E39BF3}" type="pres">
      <dgm:prSet presAssocID="{49749DE9-9646-447E-BF7B-82D5A2142C32}" presName="dummyMaxCanvas" presStyleCnt="0">
        <dgm:presLayoutVars/>
      </dgm:prSet>
      <dgm:spPr/>
    </dgm:pt>
    <dgm:pt modelId="{E9D666AC-1947-4B6A-B7DE-FE472644D37E}" type="pres">
      <dgm:prSet presAssocID="{49749DE9-9646-447E-BF7B-82D5A2142C32}" presName="ThreeNodes_1" presStyleLbl="node1" presStyleIdx="0" presStyleCnt="3">
        <dgm:presLayoutVars>
          <dgm:bulletEnabled val="1"/>
        </dgm:presLayoutVars>
      </dgm:prSet>
      <dgm:spPr/>
    </dgm:pt>
    <dgm:pt modelId="{A94F208A-DA03-406B-9A78-542D620672CF}" type="pres">
      <dgm:prSet presAssocID="{49749DE9-9646-447E-BF7B-82D5A2142C32}" presName="ThreeNodes_2" presStyleLbl="node1" presStyleIdx="1" presStyleCnt="3">
        <dgm:presLayoutVars>
          <dgm:bulletEnabled val="1"/>
        </dgm:presLayoutVars>
      </dgm:prSet>
      <dgm:spPr/>
    </dgm:pt>
    <dgm:pt modelId="{1763C80F-D2F9-4134-B702-DD4E83D6188D}" type="pres">
      <dgm:prSet presAssocID="{49749DE9-9646-447E-BF7B-82D5A2142C32}" presName="ThreeNodes_3" presStyleLbl="node1" presStyleIdx="2" presStyleCnt="3">
        <dgm:presLayoutVars>
          <dgm:bulletEnabled val="1"/>
        </dgm:presLayoutVars>
      </dgm:prSet>
      <dgm:spPr/>
    </dgm:pt>
    <dgm:pt modelId="{A18238F9-1716-4467-B14A-38D2B4186132}" type="pres">
      <dgm:prSet presAssocID="{49749DE9-9646-447E-BF7B-82D5A2142C32}" presName="ThreeConn_1-2" presStyleLbl="fgAccFollowNode1" presStyleIdx="0" presStyleCnt="2">
        <dgm:presLayoutVars>
          <dgm:bulletEnabled val="1"/>
        </dgm:presLayoutVars>
      </dgm:prSet>
      <dgm:spPr/>
    </dgm:pt>
    <dgm:pt modelId="{F382F84B-C8C9-4AEA-9A6D-8A92B6092255}" type="pres">
      <dgm:prSet presAssocID="{49749DE9-9646-447E-BF7B-82D5A2142C32}" presName="ThreeConn_2-3" presStyleLbl="fgAccFollowNode1" presStyleIdx="1" presStyleCnt="2">
        <dgm:presLayoutVars>
          <dgm:bulletEnabled val="1"/>
        </dgm:presLayoutVars>
      </dgm:prSet>
      <dgm:spPr/>
    </dgm:pt>
    <dgm:pt modelId="{7F901241-0728-4EBC-83FA-6601D8AD39BB}" type="pres">
      <dgm:prSet presAssocID="{49749DE9-9646-447E-BF7B-82D5A2142C32}" presName="ThreeNodes_1_text" presStyleLbl="node1" presStyleIdx="2" presStyleCnt="3">
        <dgm:presLayoutVars>
          <dgm:bulletEnabled val="1"/>
        </dgm:presLayoutVars>
      </dgm:prSet>
      <dgm:spPr/>
    </dgm:pt>
    <dgm:pt modelId="{34A7FE23-0699-4495-A111-D44F51E4B1B3}" type="pres">
      <dgm:prSet presAssocID="{49749DE9-9646-447E-BF7B-82D5A2142C32}" presName="ThreeNodes_2_text" presStyleLbl="node1" presStyleIdx="2" presStyleCnt="3">
        <dgm:presLayoutVars>
          <dgm:bulletEnabled val="1"/>
        </dgm:presLayoutVars>
      </dgm:prSet>
      <dgm:spPr/>
    </dgm:pt>
    <dgm:pt modelId="{0B9EB5CE-BFA2-49D2-B134-10A5DDA7E8E6}" type="pres">
      <dgm:prSet presAssocID="{49749DE9-9646-447E-BF7B-82D5A2142C32}" presName="ThreeNodes_3_text" presStyleLbl="node1" presStyleIdx="2" presStyleCnt="3">
        <dgm:presLayoutVars>
          <dgm:bulletEnabled val="1"/>
        </dgm:presLayoutVars>
      </dgm:prSet>
      <dgm:spPr/>
    </dgm:pt>
  </dgm:ptLst>
  <dgm:cxnLst>
    <dgm:cxn modelId="{2FF9A01B-1B66-4568-BD55-0F6A5749C38A}" srcId="{49749DE9-9646-447E-BF7B-82D5A2142C32}" destId="{06F13A8A-A237-41DB-B678-1E5C40A1B0E0}" srcOrd="0" destOrd="0" parTransId="{67D25D2C-D559-408C-A8DF-0345391FEAF6}" sibTransId="{09CF5DBD-3B7C-4795-A574-5901C4965EE4}"/>
    <dgm:cxn modelId="{C2C6A51F-7353-4905-8200-FE10D9D6A99D}" type="presOf" srcId="{06F13A8A-A237-41DB-B678-1E5C40A1B0E0}" destId="{E9D666AC-1947-4B6A-B7DE-FE472644D37E}" srcOrd="0" destOrd="0" presId="urn:microsoft.com/office/officeart/2005/8/layout/vProcess5"/>
    <dgm:cxn modelId="{881CA033-B47C-442D-A417-DC7D5779B7BC}" type="presOf" srcId="{7719A07E-B98A-4107-AAB8-A60449A34A3B}" destId="{0B9EB5CE-BFA2-49D2-B134-10A5DDA7E8E6}" srcOrd="1" destOrd="0" presId="urn:microsoft.com/office/officeart/2005/8/layout/vProcess5"/>
    <dgm:cxn modelId="{F1017137-D212-4DD4-991C-14DD6D904CB0}" type="presOf" srcId="{66B842BF-5450-43F6-A074-0DCC2D0D0626}" destId="{F382F84B-C8C9-4AEA-9A6D-8A92B6092255}" srcOrd="0" destOrd="0" presId="urn:microsoft.com/office/officeart/2005/8/layout/vProcess5"/>
    <dgm:cxn modelId="{D2E02D40-CA20-4DB9-950A-A6EED246545B}" type="presOf" srcId="{AF55BE4C-BEE1-414A-B8E3-D171CF57776B}" destId="{34A7FE23-0699-4495-A111-D44F51E4B1B3}" srcOrd="1" destOrd="0" presId="urn:microsoft.com/office/officeart/2005/8/layout/vProcess5"/>
    <dgm:cxn modelId="{6FB38370-D8D1-4940-B883-49FE1C3D6A95}" type="presOf" srcId="{7719A07E-B98A-4107-AAB8-A60449A34A3B}" destId="{1763C80F-D2F9-4134-B702-DD4E83D6188D}" srcOrd="0" destOrd="0" presId="urn:microsoft.com/office/officeart/2005/8/layout/vProcess5"/>
    <dgm:cxn modelId="{25C06778-1839-451D-9A41-06FC1E27DEB6}" srcId="{49749DE9-9646-447E-BF7B-82D5A2142C32}" destId="{7719A07E-B98A-4107-AAB8-A60449A34A3B}" srcOrd="2" destOrd="0" parTransId="{87E05D3C-7AAF-4FEE-A02D-5AB5983128DA}" sibTransId="{F8743E6D-9073-4576-B05A-BFD2F7ECFDBB}"/>
    <dgm:cxn modelId="{C64AE178-5900-452E-86C1-EBFF28BF5CF7}" type="presOf" srcId="{49749DE9-9646-447E-BF7B-82D5A2142C32}" destId="{613D5E15-08B0-49D4-AC14-A24896091A0F}" srcOrd="0" destOrd="0" presId="urn:microsoft.com/office/officeart/2005/8/layout/vProcess5"/>
    <dgm:cxn modelId="{40A9028A-BF0C-416D-BCB5-73E1B98F12FA}" srcId="{49749DE9-9646-447E-BF7B-82D5A2142C32}" destId="{AF55BE4C-BEE1-414A-B8E3-D171CF57776B}" srcOrd="1" destOrd="0" parTransId="{B94422AA-7087-43EF-8B42-CEF5980C4247}" sibTransId="{66B842BF-5450-43F6-A074-0DCC2D0D0626}"/>
    <dgm:cxn modelId="{2CE39C98-DAC3-4C73-945B-22A9CB554555}" type="presOf" srcId="{AF55BE4C-BEE1-414A-B8E3-D171CF57776B}" destId="{A94F208A-DA03-406B-9A78-542D620672CF}" srcOrd="0" destOrd="0" presId="urn:microsoft.com/office/officeart/2005/8/layout/vProcess5"/>
    <dgm:cxn modelId="{451E63B4-8AD2-472F-B4A3-40A66988084E}" type="presOf" srcId="{06F13A8A-A237-41DB-B678-1E5C40A1B0E0}" destId="{7F901241-0728-4EBC-83FA-6601D8AD39BB}" srcOrd="1" destOrd="0" presId="urn:microsoft.com/office/officeart/2005/8/layout/vProcess5"/>
    <dgm:cxn modelId="{2AE621C7-64B2-4542-8292-89FDE71A5BC7}" type="presOf" srcId="{09CF5DBD-3B7C-4795-A574-5901C4965EE4}" destId="{A18238F9-1716-4467-B14A-38D2B4186132}" srcOrd="0" destOrd="0" presId="urn:microsoft.com/office/officeart/2005/8/layout/vProcess5"/>
    <dgm:cxn modelId="{D2358342-66F0-4710-998F-FBCB8CCE794A}" type="presParOf" srcId="{613D5E15-08B0-49D4-AC14-A24896091A0F}" destId="{ACB68AAF-2D48-4413-9B6E-882421E39BF3}" srcOrd="0" destOrd="0" presId="urn:microsoft.com/office/officeart/2005/8/layout/vProcess5"/>
    <dgm:cxn modelId="{5B684680-8381-4FB9-A3DD-E6612F778A5E}" type="presParOf" srcId="{613D5E15-08B0-49D4-AC14-A24896091A0F}" destId="{E9D666AC-1947-4B6A-B7DE-FE472644D37E}" srcOrd="1" destOrd="0" presId="urn:microsoft.com/office/officeart/2005/8/layout/vProcess5"/>
    <dgm:cxn modelId="{61AC9A6B-174B-4E2B-8B66-52C91FE1FB62}" type="presParOf" srcId="{613D5E15-08B0-49D4-AC14-A24896091A0F}" destId="{A94F208A-DA03-406B-9A78-542D620672CF}" srcOrd="2" destOrd="0" presId="urn:microsoft.com/office/officeart/2005/8/layout/vProcess5"/>
    <dgm:cxn modelId="{881E5696-8D93-4D35-A8B3-6A8C01BEEEA7}" type="presParOf" srcId="{613D5E15-08B0-49D4-AC14-A24896091A0F}" destId="{1763C80F-D2F9-4134-B702-DD4E83D6188D}" srcOrd="3" destOrd="0" presId="urn:microsoft.com/office/officeart/2005/8/layout/vProcess5"/>
    <dgm:cxn modelId="{77EE0ED7-42A4-4BBC-98F3-2B28A5C3B091}" type="presParOf" srcId="{613D5E15-08B0-49D4-AC14-A24896091A0F}" destId="{A18238F9-1716-4467-B14A-38D2B4186132}" srcOrd="4" destOrd="0" presId="urn:microsoft.com/office/officeart/2005/8/layout/vProcess5"/>
    <dgm:cxn modelId="{D34ADAAE-2434-49A2-A7AA-4966E0BD2C07}" type="presParOf" srcId="{613D5E15-08B0-49D4-AC14-A24896091A0F}" destId="{F382F84B-C8C9-4AEA-9A6D-8A92B6092255}" srcOrd="5" destOrd="0" presId="urn:microsoft.com/office/officeart/2005/8/layout/vProcess5"/>
    <dgm:cxn modelId="{7EEE8277-7F9C-4C16-918A-BF403B78EB9D}" type="presParOf" srcId="{613D5E15-08B0-49D4-AC14-A24896091A0F}" destId="{7F901241-0728-4EBC-83FA-6601D8AD39BB}" srcOrd="6" destOrd="0" presId="urn:microsoft.com/office/officeart/2005/8/layout/vProcess5"/>
    <dgm:cxn modelId="{FA4B1520-306A-4417-8F73-7AD25DBBCFA0}" type="presParOf" srcId="{613D5E15-08B0-49D4-AC14-A24896091A0F}" destId="{34A7FE23-0699-4495-A111-D44F51E4B1B3}" srcOrd="7" destOrd="0" presId="urn:microsoft.com/office/officeart/2005/8/layout/vProcess5"/>
    <dgm:cxn modelId="{B0BCC4FA-3E0F-4BB0-9278-F8509BC29217}" type="presParOf" srcId="{613D5E15-08B0-49D4-AC14-A24896091A0F}" destId="{0B9EB5CE-BFA2-49D2-B134-10A5DDA7E8E6}" srcOrd="8"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13528B-892E-4BF7-825F-6B4469CA9E9B}">
      <dsp:nvSpPr>
        <dsp:cNvPr id="0" name=""/>
        <dsp:cNvSpPr/>
      </dsp:nvSpPr>
      <dsp:spPr>
        <a:xfrm>
          <a:off x="0" y="756552"/>
          <a:ext cx="3006918" cy="190939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D4EF55-42D6-4D17-A853-126DB7644C5A}">
      <dsp:nvSpPr>
        <dsp:cNvPr id="0" name=""/>
        <dsp:cNvSpPr/>
      </dsp:nvSpPr>
      <dsp:spPr>
        <a:xfrm>
          <a:off x="334102" y="1073949"/>
          <a:ext cx="3006918" cy="190939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fr-CA" sz="3800" kern="1200"/>
            <a:t>Maturité sexuelle à 10 ans</a:t>
          </a:r>
          <a:endParaRPr lang="en-US" sz="3800" kern="1200"/>
        </a:p>
      </dsp:txBody>
      <dsp:txXfrm>
        <a:off x="390026" y="1129873"/>
        <a:ext cx="2895070" cy="1797545"/>
      </dsp:txXfrm>
    </dsp:sp>
    <dsp:sp modelId="{3CE72B38-A579-462C-8F08-A93B2B81A81E}">
      <dsp:nvSpPr>
        <dsp:cNvPr id="0" name=""/>
        <dsp:cNvSpPr/>
      </dsp:nvSpPr>
      <dsp:spPr>
        <a:xfrm>
          <a:off x="3675122" y="756552"/>
          <a:ext cx="3006918" cy="190939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43240E6-B0E2-4B7B-99FD-9CCFC53FA534}">
      <dsp:nvSpPr>
        <dsp:cNvPr id="0" name=""/>
        <dsp:cNvSpPr/>
      </dsp:nvSpPr>
      <dsp:spPr>
        <a:xfrm>
          <a:off x="4009224" y="1073949"/>
          <a:ext cx="3006918" cy="190939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fr-CA" sz="3800" kern="1200"/>
            <a:t>Espérance de vie &gt;30 ans</a:t>
          </a:r>
          <a:endParaRPr lang="en-US" sz="3800" kern="1200"/>
        </a:p>
      </dsp:txBody>
      <dsp:txXfrm>
        <a:off x="4065148" y="1129873"/>
        <a:ext cx="2895070" cy="1797545"/>
      </dsp:txXfrm>
    </dsp:sp>
    <dsp:sp modelId="{2BE4893F-51F5-4377-ABA0-82E5B3E8A7D8}">
      <dsp:nvSpPr>
        <dsp:cNvPr id="0" name=""/>
        <dsp:cNvSpPr/>
      </dsp:nvSpPr>
      <dsp:spPr>
        <a:xfrm>
          <a:off x="7350244" y="756552"/>
          <a:ext cx="3006918" cy="190939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7220E4E-4EF4-498A-90FB-A280214E27FB}">
      <dsp:nvSpPr>
        <dsp:cNvPr id="0" name=""/>
        <dsp:cNvSpPr/>
      </dsp:nvSpPr>
      <dsp:spPr>
        <a:xfrm>
          <a:off x="7684346" y="1073949"/>
          <a:ext cx="3006918" cy="190939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fr-CA" sz="3800" kern="1200"/>
            <a:t>2 sites de fraie connus</a:t>
          </a:r>
          <a:endParaRPr lang="en-US" sz="3800" kern="1200"/>
        </a:p>
      </dsp:txBody>
      <dsp:txXfrm>
        <a:off x="7740270" y="1129873"/>
        <a:ext cx="2895070" cy="179754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D666AC-1947-4B6A-B7DE-FE472644D37E}">
      <dsp:nvSpPr>
        <dsp:cNvPr id="0" name=""/>
        <dsp:cNvSpPr/>
      </dsp:nvSpPr>
      <dsp:spPr>
        <a:xfrm>
          <a:off x="0" y="0"/>
          <a:ext cx="9088040" cy="1122045"/>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fr-CA" sz="3100" kern="1200"/>
            <a:t>Utilisation d’un PVA (population viability analysis)</a:t>
          </a:r>
          <a:endParaRPr lang="en-US" sz="3100" kern="1200"/>
        </a:p>
      </dsp:txBody>
      <dsp:txXfrm>
        <a:off x="32864" y="32864"/>
        <a:ext cx="7877265" cy="1056317"/>
      </dsp:txXfrm>
    </dsp:sp>
    <dsp:sp modelId="{A94F208A-DA03-406B-9A78-542D620672CF}">
      <dsp:nvSpPr>
        <dsp:cNvPr id="0" name=""/>
        <dsp:cNvSpPr/>
      </dsp:nvSpPr>
      <dsp:spPr>
        <a:xfrm>
          <a:off x="801885" y="1309052"/>
          <a:ext cx="9088040" cy="1122045"/>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fr-CA" sz="3100" kern="1200"/>
            <a:t>3 scénarios</a:t>
          </a:r>
          <a:endParaRPr lang="en-US" sz="3100" kern="1200"/>
        </a:p>
      </dsp:txBody>
      <dsp:txXfrm>
        <a:off x="834749" y="1341916"/>
        <a:ext cx="7491097" cy="1056317"/>
      </dsp:txXfrm>
    </dsp:sp>
    <dsp:sp modelId="{1763C80F-D2F9-4134-B702-DD4E83D6188D}">
      <dsp:nvSpPr>
        <dsp:cNvPr id="0" name=""/>
        <dsp:cNvSpPr/>
      </dsp:nvSpPr>
      <dsp:spPr>
        <a:xfrm>
          <a:off x="1603771" y="2618104"/>
          <a:ext cx="9088040" cy="1122045"/>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fr-CA" sz="3100" kern="1200"/>
            <a:t>3 niveaux d’ensemencements</a:t>
          </a:r>
          <a:endParaRPr lang="en-US" sz="3100" kern="1200"/>
        </a:p>
      </dsp:txBody>
      <dsp:txXfrm>
        <a:off x="1636635" y="2650968"/>
        <a:ext cx="7491097" cy="1056317"/>
      </dsp:txXfrm>
    </dsp:sp>
    <dsp:sp modelId="{A18238F9-1716-4467-B14A-38D2B4186132}">
      <dsp:nvSpPr>
        <dsp:cNvPr id="0" name=""/>
        <dsp:cNvSpPr/>
      </dsp:nvSpPr>
      <dsp:spPr>
        <a:xfrm>
          <a:off x="8358710" y="850884"/>
          <a:ext cx="729329" cy="729329"/>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endParaRPr lang="en-US" sz="3400" kern="1200"/>
        </a:p>
      </dsp:txBody>
      <dsp:txXfrm>
        <a:off x="8522809" y="850884"/>
        <a:ext cx="401131" cy="548820"/>
      </dsp:txXfrm>
    </dsp:sp>
    <dsp:sp modelId="{F382F84B-C8C9-4AEA-9A6D-8A92B6092255}">
      <dsp:nvSpPr>
        <dsp:cNvPr id="0" name=""/>
        <dsp:cNvSpPr/>
      </dsp:nvSpPr>
      <dsp:spPr>
        <a:xfrm>
          <a:off x="9160596" y="2152456"/>
          <a:ext cx="729329" cy="729329"/>
        </a:xfrm>
        <a:prstGeom prst="downArrow">
          <a:avLst>
            <a:gd name="adj1" fmla="val 55000"/>
            <a:gd name="adj2" fmla="val 45000"/>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endParaRPr lang="en-US" sz="3400" kern="1200"/>
        </a:p>
      </dsp:txBody>
      <dsp:txXfrm>
        <a:off x="9324695" y="2152456"/>
        <a:ext cx="401131" cy="54882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367624-D205-408C-8B1A-02794C4A4744}" type="datetimeFigureOut">
              <a:rPr lang="fr-CA" smtClean="0"/>
              <a:t>2026-04-16</a:t>
            </a:fld>
            <a:endParaRPr lang="fr-CA"/>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5809C9-D391-499D-8A4B-F46E79386DAE}" type="slidenum">
              <a:rPr lang="fr-CA" smtClean="0"/>
              <a:t>‹n°›</a:t>
            </a:fld>
            <a:endParaRPr lang="fr-CA"/>
          </a:p>
        </p:txBody>
      </p:sp>
    </p:spTree>
    <p:extLst>
      <p:ext uri="{BB962C8B-B14F-4D97-AF65-F5344CB8AC3E}">
        <p14:creationId xmlns:p14="http://schemas.microsoft.com/office/powerpoint/2010/main" val="25100694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Tristan</a:t>
            </a:r>
          </a:p>
        </p:txBody>
      </p:sp>
      <p:sp>
        <p:nvSpPr>
          <p:cNvPr id="4" name="Espace réservé du numéro de diapositive 3"/>
          <p:cNvSpPr>
            <a:spLocks noGrp="1"/>
          </p:cNvSpPr>
          <p:nvPr>
            <p:ph type="sldNum" sz="quarter" idx="5"/>
          </p:nvPr>
        </p:nvSpPr>
        <p:spPr/>
        <p:txBody>
          <a:bodyPr/>
          <a:lstStyle/>
          <a:p>
            <a:fld id="{EA5809C9-D391-499D-8A4B-F46E79386DAE}" type="slidenum">
              <a:rPr lang="fr-CA" smtClean="0"/>
              <a:t>1</a:t>
            </a:fld>
            <a:endParaRPr lang="fr-CA"/>
          </a:p>
        </p:txBody>
      </p:sp>
    </p:spTree>
    <p:extLst>
      <p:ext uri="{BB962C8B-B14F-4D97-AF65-F5344CB8AC3E}">
        <p14:creationId xmlns:p14="http://schemas.microsoft.com/office/powerpoint/2010/main" val="33950114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Tristan</a:t>
            </a:r>
          </a:p>
        </p:txBody>
      </p:sp>
      <p:sp>
        <p:nvSpPr>
          <p:cNvPr id="4" name="Espace réservé du numéro de diapositive 3"/>
          <p:cNvSpPr>
            <a:spLocks noGrp="1"/>
          </p:cNvSpPr>
          <p:nvPr>
            <p:ph type="sldNum" sz="quarter" idx="5"/>
          </p:nvPr>
        </p:nvSpPr>
        <p:spPr/>
        <p:txBody>
          <a:bodyPr/>
          <a:lstStyle/>
          <a:p>
            <a:fld id="{EA5809C9-D391-499D-8A4B-F46E79386DAE}" type="slidenum">
              <a:rPr lang="fr-CA" smtClean="0"/>
              <a:t>2</a:t>
            </a:fld>
            <a:endParaRPr lang="fr-CA"/>
          </a:p>
        </p:txBody>
      </p:sp>
    </p:spTree>
    <p:extLst>
      <p:ext uri="{BB962C8B-B14F-4D97-AF65-F5344CB8AC3E}">
        <p14:creationId xmlns:p14="http://schemas.microsoft.com/office/powerpoint/2010/main" val="29636072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Tristan</a:t>
            </a:r>
          </a:p>
        </p:txBody>
      </p:sp>
      <p:sp>
        <p:nvSpPr>
          <p:cNvPr id="4" name="Espace réservé du numéro de diapositive 3"/>
          <p:cNvSpPr>
            <a:spLocks noGrp="1"/>
          </p:cNvSpPr>
          <p:nvPr>
            <p:ph type="sldNum" sz="quarter" idx="5"/>
          </p:nvPr>
        </p:nvSpPr>
        <p:spPr/>
        <p:txBody>
          <a:bodyPr/>
          <a:lstStyle/>
          <a:p>
            <a:fld id="{EA5809C9-D391-499D-8A4B-F46E79386DAE}" type="slidenum">
              <a:rPr lang="fr-CA" smtClean="0"/>
              <a:t>3</a:t>
            </a:fld>
            <a:endParaRPr lang="fr-CA"/>
          </a:p>
        </p:txBody>
      </p:sp>
    </p:spTree>
    <p:extLst>
      <p:ext uri="{BB962C8B-B14F-4D97-AF65-F5344CB8AC3E}">
        <p14:creationId xmlns:p14="http://schemas.microsoft.com/office/powerpoint/2010/main" val="29568744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Yohan</a:t>
            </a:r>
          </a:p>
        </p:txBody>
      </p:sp>
      <p:sp>
        <p:nvSpPr>
          <p:cNvPr id="4" name="Espace réservé du numéro de diapositive 3"/>
          <p:cNvSpPr>
            <a:spLocks noGrp="1"/>
          </p:cNvSpPr>
          <p:nvPr>
            <p:ph type="sldNum" sz="quarter" idx="5"/>
          </p:nvPr>
        </p:nvSpPr>
        <p:spPr/>
        <p:txBody>
          <a:bodyPr/>
          <a:lstStyle/>
          <a:p>
            <a:fld id="{EA5809C9-D391-499D-8A4B-F46E79386DAE}" type="slidenum">
              <a:rPr lang="fr-CA" smtClean="0"/>
              <a:t>4</a:t>
            </a:fld>
            <a:endParaRPr lang="fr-CA"/>
          </a:p>
        </p:txBody>
      </p:sp>
    </p:spTree>
    <p:extLst>
      <p:ext uri="{BB962C8B-B14F-4D97-AF65-F5344CB8AC3E}">
        <p14:creationId xmlns:p14="http://schemas.microsoft.com/office/powerpoint/2010/main" val="13822620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Yohan</a:t>
            </a:r>
          </a:p>
        </p:txBody>
      </p:sp>
      <p:sp>
        <p:nvSpPr>
          <p:cNvPr id="4" name="Espace réservé du numéro de diapositive 3"/>
          <p:cNvSpPr>
            <a:spLocks noGrp="1"/>
          </p:cNvSpPr>
          <p:nvPr>
            <p:ph type="sldNum" sz="quarter" idx="5"/>
          </p:nvPr>
        </p:nvSpPr>
        <p:spPr/>
        <p:txBody>
          <a:bodyPr/>
          <a:lstStyle/>
          <a:p>
            <a:fld id="{EA5809C9-D391-499D-8A4B-F46E79386DAE}" type="slidenum">
              <a:rPr lang="fr-CA" smtClean="0"/>
              <a:t>5</a:t>
            </a:fld>
            <a:endParaRPr lang="fr-CA"/>
          </a:p>
        </p:txBody>
      </p:sp>
    </p:spTree>
    <p:extLst>
      <p:ext uri="{BB962C8B-B14F-4D97-AF65-F5344CB8AC3E}">
        <p14:creationId xmlns:p14="http://schemas.microsoft.com/office/powerpoint/2010/main" val="9229625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Yohan</a:t>
            </a:r>
          </a:p>
        </p:txBody>
      </p:sp>
      <p:sp>
        <p:nvSpPr>
          <p:cNvPr id="4" name="Espace réservé du numéro de diapositive 3"/>
          <p:cNvSpPr>
            <a:spLocks noGrp="1"/>
          </p:cNvSpPr>
          <p:nvPr>
            <p:ph type="sldNum" sz="quarter" idx="5"/>
          </p:nvPr>
        </p:nvSpPr>
        <p:spPr/>
        <p:txBody>
          <a:bodyPr/>
          <a:lstStyle/>
          <a:p>
            <a:fld id="{EA5809C9-D391-499D-8A4B-F46E79386DAE}" type="slidenum">
              <a:rPr lang="fr-CA" smtClean="0"/>
              <a:t>6</a:t>
            </a:fld>
            <a:endParaRPr lang="fr-CA"/>
          </a:p>
        </p:txBody>
      </p:sp>
    </p:spTree>
    <p:extLst>
      <p:ext uri="{BB962C8B-B14F-4D97-AF65-F5344CB8AC3E}">
        <p14:creationId xmlns:p14="http://schemas.microsoft.com/office/powerpoint/2010/main" val="35530397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Parler du critère du COSEPAC avec les analyses de viabilité pour 100 ans</a:t>
            </a:r>
          </a:p>
        </p:txBody>
      </p:sp>
      <p:sp>
        <p:nvSpPr>
          <p:cNvPr id="4" name="Espace réservé du numéro de diapositive 3"/>
          <p:cNvSpPr>
            <a:spLocks noGrp="1"/>
          </p:cNvSpPr>
          <p:nvPr>
            <p:ph type="sldNum" sz="quarter" idx="5"/>
          </p:nvPr>
        </p:nvSpPr>
        <p:spPr/>
        <p:txBody>
          <a:bodyPr/>
          <a:lstStyle/>
          <a:p>
            <a:fld id="{EA5809C9-D391-499D-8A4B-F46E79386DAE}" type="slidenum">
              <a:rPr lang="fr-CA" smtClean="0"/>
              <a:t>7</a:t>
            </a:fld>
            <a:endParaRPr lang="fr-CA"/>
          </a:p>
        </p:txBody>
      </p:sp>
    </p:spTree>
    <p:extLst>
      <p:ext uri="{BB962C8B-B14F-4D97-AF65-F5344CB8AC3E}">
        <p14:creationId xmlns:p14="http://schemas.microsoft.com/office/powerpoint/2010/main" val="25839235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Tristan</a:t>
            </a:r>
          </a:p>
        </p:txBody>
      </p:sp>
      <p:sp>
        <p:nvSpPr>
          <p:cNvPr id="4" name="Espace réservé du numéro de diapositive 3"/>
          <p:cNvSpPr>
            <a:spLocks noGrp="1"/>
          </p:cNvSpPr>
          <p:nvPr>
            <p:ph type="sldNum" sz="quarter" idx="5"/>
          </p:nvPr>
        </p:nvSpPr>
        <p:spPr/>
        <p:txBody>
          <a:bodyPr/>
          <a:lstStyle/>
          <a:p>
            <a:fld id="{EA5809C9-D391-499D-8A4B-F46E79386DAE}" type="slidenum">
              <a:rPr lang="fr-CA" smtClean="0"/>
              <a:t>8</a:t>
            </a:fld>
            <a:endParaRPr lang="fr-CA"/>
          </a:p>
        </p:txBody>
      </p:sp>
    </p:spTree>
    <p:extLst>
      <p:ext uri="{BB962C8B-B14F-4D97-AF65-F5344CB8AC3E}">
        <p14:creationId xmlns:p14="http://schemas.microsoft.com/office/powerpoint/2010/main" val="25088088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Tristan</a:t>
            </a:r>
          </a:p>
        </p:txBody>
      </p:sp>
      <p:sp>
        <p:nvSpPr>
          <p:cNvPr id="4" name="Espace réservé du numéro de diapositive 3"/>
          <p:cNvSpPr>
            <a:spLocks noGrp="1"/>
          </p:cNvSpPr>
          <p:nvPr>
            <p:ph type="sldNum" sz="quarter" idx="5"/>
          </p:nvPr>
        </p:nvSpPr>
        <p:spPr/>
        <p:txBody>
          <a:bodyPr/>
          <a:lstStyle/>
          <a:p>
            <a:fld id="{EA5809C9-D391-499D-8A4B-F46E79386DAE}" type="slidenum">
              <a:rPr lang="fr-CA" smtClean="0"/>
              <a:t>9</a:t>
            </a:fld>
            <a:endParaRPr lang="fr-CA"/>
          </a:p>
        </p:txBody>
      </p:sp>
    </p:spTree>
    <p:extLst>
      <p:ext uri="{BB962C8B-B14F-4D97-AF65-F5344CB8AC3E}">
        <p14:creationId xmlns:p14="http://schemas.microsoft.com/office/powerpoint/2010/main" val="9659596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Tristan</a:t>
            </a:r>
          </a:p>
        </p:txBody>
      </p:sp>
      <p:sp>
        <p:nvSpPr>
          <p:cNvPr id="4" name="Espace réservé du numéro de diapositive 3"/>
          <p:cNvSpPr>
            <a:spLocks noGrp="1"/>
          </p:cNvSpPr>
          <p:nvPr>
            <p:ph type="sldNum" sz="quarter" idx="5"/>
          </p:nvPr>
        </p:nvSpPr>
        <p:spPr/>
        <p:txBody>
          <a:bodyPr/>
          <a:lstStyle/>
          <a:p>
            <a:fld id="{EA5809C9-D391-499D-8A4B-F46E79386DAE}" type="slidenum">
              <a:rPr lang="fr-CA" smtClean="0"/>
              <a:t>10</a:t>
            </a:fld>
            <a:endParaRPr lang="fr-CA"/>
          </a:p>
        </p:txBody>
      </p:sp>
    </p:spTree>
    <p:extLst>
      <p:ext uri="{BB962C8B-B14F-4D97-AF65-F5344CB8AC3E}">
        <p14:creationId xmlns:p14="http://schemas.microsoft.com/office/powerpoint/2010/main" val="31462653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Tristan</a:t>
            </a:r>
          </a:p>
        </p:txBody>
      </p:sp>
      <p:sp>
        <p:nvSpPr>
          <p:cNvPr id="4" name="Espace réservé du numéro de diapositive 3"/>
          <p:cNvSpPr>
            <a:spLocks noGrp="1"/>
          </p:cNvSpPr>
          <p:nvPr>
            <p:ph type="sldNum" sz="quarter" idx="5"/>
          </p:nvPr>
        </p:nvSpPr>
        <p:spPr/>
        <p:txBody>
          <a:bodyPr/>
          <a:lstStyle/>
          <a:p>
            <a:fld id="{EA5809C9-D391-499D-8A4B-F46E79386DAE}" type="slidenum">
              <a:rPr lang="fr-CA" smtClean="0"/>
              <a:t>11</a:t>
            </a:fld>
            <a:endParaRPr lang="fr-CA"/>
          </a:p>
        </p:txBody>
      </p:sp>
    </p:spTree>
    <p:extLst>
      <p:ext uri="{BB962C8B-B14F-4D97-AF65-F5344CB8AC3E}">
        <p14:creationId xmlns:p14="http://schemas.microsoft.com/office/powerpoint/2010/main" val="31819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Yohan</a:t>
            </a:r>
          </a:p>
        </p:txBody>
      </p:sp>
      <p:sp>
        <p:nvSpPr>
          <p:cNvPr id="4" name="Espace réservé du numéro de diapositive 3"/>
          <p:cNvSpPr>
            <a:spLocks noGrp="1"/>
          </p:cNvSpPr>
          <p:nvPr>
            <p:ph type="sldNum" sz="quarter" idx="5"/>
          </p:nvPr>
        </p:nvSpPr>
        <p:spPr/>
        <p:txBody>
          <a:bodyPr/>
          <a:lstStyle/>
          <a:p>
            <a:fld id="{EA5809C9-D391-499D-8A4B-F46E79386DAE}" type="slidenum">
              <a:rPr lang="fr-CA" smtClean="0"/>
              <a:t>12</a:t>
            </a:fld>
            <a:endParaRPr lang="fr-CA"/>
          </a:p>
        </p:txBody>
      </p:sp>
    </p:spTree>
    <p:extLst>
      <p:ext uri="{BB962C8B-B14F-4D97-AF65-F5344CB8AC3E}">
        <p14:creationId xmlns:p14="http://schemas.microsoft.com/office/powerpoint/2010/main" val="37202512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Yohan</a:t>
            </a:r>
          </a:p>
        </p:txBody>
      </p:sp>
      <p:sp>
        <p:nvSpPr>
          <p:cNvPr id="4" name="Espace réservé du numéro de diapositive 3"/>
          <p:cNvSpPr>
            <a:spLocks noGrp="1"/>
          </p:cNvSpPr>
          <p:nvPr>
            <p:ph type="sldNum" sz="quarter" idx="5"/>
          </p:nvPr>
        </p:nvSpPr>
        <p:spPr/>
        <p:txBody>
          <a:bodyPr/>
          <a:lstStyle/>
          <a:p>
            <a:fld id="{EA5809C9-D391-499D-8A4B-F46E79386DAE}" type="slidenum">
              <a:rPr lang="fr-CA" smtClean="0"/>
              <a:t>13</a:t>
            </a:fld>
            <a:endParaRPr lang="fr-CA"/>
          </a:p>
        </p:txBody>
      </p:sp>
    </p:spTree>
    <p:extLst>
      <p:ext uri="{BB962C8B-B14F-4D97-AF65-F5344CB8AC3E}">
        <p14:creationId xmlns:p14="http://schemas.microsoft.com/office/powerpoint/2010/main" val="3934137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CA"/>
          </a:p>
        </p:txBody>
      </p:sp>
      <p:sp>
        <p:nvSpPr>
          <p:cNvPr id="3" name="Espace réservé des notes 2"/>
          <p:cNvSpPr>
            <a:spLocks noGrp="1"/>
          </p:cNvSpPr>
          <p:nvPr>
            <p:ph type="body" idx="1"/>
          </p:nvPr>
        </p:nvSpPr>
        <p:spPr/>
        <p:txBody>
          <a:bodyPr/>
          <a:lstStyle/>
          <a:p>
            <a:r>
              <a:rPr lang="fr-CA"/>
              <a:t>Tristan</a:t>
            </a:r>
          </a:p>
          <a:p>
            <a:r>
              <a:rPr lang="fr-CA"/>
              <a:t>Ex. les individus stockés pourrait ne pas connaître le lieu de fraie</a:t>
            </a:r>
          </a:p>
        </p:txBody>
      </p:sp>
      <p:sp>
        <p:nvSpPr>
          <p:cNvPr id="4" name="Espace réservé du numéro de diapositive 3"/>
          <p:cNvSpPr>
            <a:spLocks noGrp="1"/>
          </p:cNvSpPr>
          <p:nvPr>
            <p:ph type="sldNum" sz="quarter" idx="5"/>
          </p:nvPr>
        </p:nvSpPr>
        <p:spPr/>
        <p:txBody>
          <a:bodyPr/>
          <a:lstStyle/>
          <a:p>
            <a:fld id="{EA5809C9-D391-499D-8A4B-F46E79386DAE}" type="slidenum">
              <a:rPr lang="fr-CA" smtClean="0"/>
              <a:t>14</a:t>
            </a:fld>
            <a:endParaRPr lang="fr-CA"/>
          </a:p>
        </p:txBody>
      </p:sp>
    </p:spTree>
    <p:extLst>
      <p:ext uri="{BB962C8B-B14F-4D97-AF65-F5344CB8AC3E}">
        <p14:creationId xmlns:p14="http://schemas.microsoft.com/office/powerpoint/2010/main" val="13221090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Tristan</a:t>
            </a:r>
          </a:p>
        </p:txBody>
      </p:sp>
      <p:sp>
        <p:nvSpPr>
          <p:cNvPr id="4" name="Espace réservé du numéro de diapositive 3"/>
          <p:cNvSpPr>
            <a:spLocks noGrp="1"/>
          </p:cNvSpPr>
          <p:nvPr>
            <p:ph type="sldNum" sz="quarter" idx="5"/>
          </p:nvPr>
        </p:nvSpPr>
        <p:spPr/>
        <p:txBody>
          <a:bodyPr/>
          <a:lstStyle/>
          <a:p>
            <a:fld id="{EA5809C9-D391-499D-8A4B-F46E79386DAE}" type="slidenum">
              <a:rPr lang="fr-CA" smtClean="0"/>
              <a:t>15</a:t>
            </a:fld>
            <a:endParaRPr lang="fr-CA"/>
          </a:p>
        </p:txBody>
      </p:sp>
    </p:spTree>
    <p:extLst>
      <p:ext uri="{BB962C8B-B14F-4D97-AF65-F5344CB8AC3E}">
        <p14:creationId xmlns:p14="http://schemas.microsoft.com/office/powerpoint/2010/main" val="21292011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Yohan</a:t>
            </a:r>
          </a:p>
        </p:txBody>
      </p:sp>
      <p:sp>
        <p:nvSpPr>
          <p:cNvPr id="4" name="Espace réservé du numéro de diapositive 3"/>
          <p:cNvSpPr>
            <a:spLocks noGrp="1"/>
          </p:cNvSpPr>
          <p:nvPr>
            <p:ph type="sldNum" sz="quarter" idx="5"/>
          </p:nvPr>
        </p:nvSpPr>
        <p:spPr/>
        <p:txBody>
          <a:bodyPr/>
          <a:lstStyle/>
          <a:p>
            <a:fld id="{EA5809C9-D391-499D-8A4B-F46E79386DAE}" type="slidenum">
              <a:rPr lang="fr-CA" smtClean="0"/>
              <a:t>16</a:t>
            </a:fld>
            <a:endParaRPr lang="fr-CA"/>
          </a:p>
        </p:txBody>
      </p:sp>
    </p:spTree>
    <p:extLst>
      <p:ext uri="{BB962C8B-B14F-4D97-AF65-F5344CB8AC3E}">
        <p14:creationId xmlns:p14="http://schemas.microsoft.com/office/powerpoint/2010/main" val="371431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Yohan</a:t>
            </a:r>
          </a:p>
        </p:txBody>
      </p:sp>
      <p:sp>
        <p:nvSpPr>
          <p:cNvPr id="4" name="Espace réservé du numéro de diapositive 3"/>
          <p:cNvSpPr>
            <a:spLocks noGrp="1"/>
          </p:cNvSpPr>
          <p:nvPr>
            <p:ph type="sldNum" sz="quarter" idx="5"/>
          </p:nvPr>
        </p:nvSpPr>
        <p:spPr/>
        <p:txBody>
          <a:bodyPr/>
          <a:lstStyle/>
          <a:p>
            <a:fld id="{EA5809C9-D391-499D-8A4B-F46E79386DAE}" type="slidenum">
              <a:rPr lang="fr-CA" smtClean="0"/>
              <a:t>17</a:t>
            </a:fld>
            <a:endParaRPr lang="fr-CA"/>
          </a:p>
        </p:txBody>
      </p:sp>
    </p:spTree>
    <p:extLst>
      <p:ext uri="{BB962C8B-B14F-4D97-AF65-F5344CB8AC3E}">
        <p14:creationId xmlns:p14="http://schemas.microsoft.com/office/powerpoint/2010/main" val="6522358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9D15B-114A-3505-8E5F-15BA8B48C21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57BFEFD-5229-4463-8239-9870EE864B6B}"/>
              </a:ext>
            </a:extLst>
          </p:cNvPr>
          <p:cNvSpPr>
            <a:spLocks noGrp="1" noRot="1" noChangeAspect="1"/>
          </p:cNvSpPr>
          <p:nvPr>
            <p:ph type="sldImg"/>
          </p:nvPr>
        </p:nvSpPr>
        <p:spPr/>
        <p:txBody>
          <a:bodyPr/>
          <a:lstStyle/>
          <a:p>
            <a:endParaRPr lang="fr-CA"/>
          </a:p>
        </p:txBody>
      </p:sp>
      <p:sp>
        <p:nvSpPr>
          <p:cNvPr id="3" name="Espace réservé des notes 2">
            <a:extLst>
              <a:ext uri="{FF2B5EF4-FFF2-40B4-BE49-F238E27FC236}">
                <a16:creationId xmlns:a16="http://schemas.microsoft.com/office/drawing/2014/main" id="{864C426F-8D61-023B-4BEE-F0F2B01F5A8C}"/>
              </a:ext>
            </a:extLst>
          </p:cNvPr>
          <p:cNvSpPr>
            <a:spLocks noGrp="1"/>
          </p:cNvSpPr>
          <p:nvPr>
            <p:ph type="body" idx="1"/>
          </p:nvPr>
        </p:nvSpPr>
        <p:spPr/>
        <p:txBody>
          <a:bodyPr/>
          <a:lstStyle/>
          <a:p>
            <a:r>
              <a:rPr lang="fr-CA"/>
              <a:t>Yohan</a:t>
            </a:r>
          </a:p>
        </p:txBody>
      </p:sp>
      <p:sp>
        <p:nvSpPr>
          <p:cNvPr id="4" name="Espace réservé du numéro de diapositive 3">
            <a:extLst>
              <a:ext uri="{FF2B5EF4-FFF2-40B4-BE49-F238E27FC236}">
                <a16:creationId xmlns:a16="http://schemas.microsoft.com/office/drawing/2014/main" id="{646BE399-D1BF-B6D7-C969-EE318936F089}"/>
              </a:ext>
            </a:extLst>
          </p:cNvPr>
          <p:cNvSpPr>
            <a:spLocks noGrp="1"/>
          </p:cNvSpPr>
          <p:nvPr>
            <p:ph type="sldNum" sz="quarter" idx="5"/>
          </p:nvPr>
        </p:nvSpPr>
        <p:spPr/>
        <p:txBody>
          <a:bodyPr/>
          <a:lstStyle/>
          <a:p>
            <a:fld id="{EA5809C9-D391-499D-8A4B-F46E79386DAE}" type="slidenum">
              <a:rPr lang="fr-CA" smtClean="0"/>
              <a:t>8</a:t>
            </a:fld>
            <a:endParaRPr lang="fr-CA"/>
          </a:p>
        </p:txBody>
      </p:sp>
    </p:spTree>
    <p:extLst>
      <p:ext uri="{BB962C8B-B14F-4D97-AF65-F5344CB8AC3E}">
        <p14:creationId xmlns:p14="http://schemas.microsoft.com/office/powerpoint/2010/main" val="13802423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Tristan</a:t>
            </a:r>
          </a:p>
        </p:txBody>
      </p:sp>
      <p:sp>
        <p:nvSpPr>
          <p:cNvPr id="4" name="Espace réservé du numéro de diapositive 3"/>
          <p:cNvSpPr>
            <a:spLocks noGrp="1"/>
          </p:cNvSpPr>
          <p:nvPr>
            <p:ph type="sldNum" sz="quarter" idx="5"/>
          </p:nvPr>
        </p:nvSpPr>
        <p:spPr/>
        <p:txBody>
          <a:bodyPr/>
          <a:lstStyle/>
          <a:p>
            <a:fld id="{EA5809C9-D391-499D-8A4B-F46E79386DAE}" type="slidenum">
              <a:rPr lang="fr-CA" smtClean="0"/>
              <a:t>19</a:t>
            </a:fld>
            <a:endParaRPr lang="fr-CA"/>
          </a:p>
        </p:txBody>
      </p:sp>
    </p:spTree>
    <p:extLst>
      <p:ext uri="{BB962C8B-B14F-4D97-AF65-F5344CB8AC3E}">
        <p14:creationId xmlns:p14="http://schemas.microsoft.com/office/powerpoint/2010/main" val="27726951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Tristan</a:t>
            </a:r>
          </a:p>
        </p:txBody>
      </p:sp>
      <p:sp>
        <p:nvSpPr>
          <p:cNvPr id="4" name="Espace réservé du numéro de diapositive 3"/>
          <p:cNvSpPr>
            <a:spLocks noGrp="1"/>
          </p:cNvSpPr>
          <p:nvPr>
            <p:ph type="sldNum" sz="quarter" idx="5"/>
          </p:nvPr>
        </p:nvSpPr>
        <p:spPr/>
        <p:txBody>
          <a:bodyPr/>
          <a:lstStyle/>
          <a:p>
            <a:fld id="{EA5809C9-D391-499D-8A4B-F46E79386DAE}" type="slidenum">
              <a:rPr lang="fr-CA" smtClean="0"/>
              <a:t>20</a:t>
            </a:fld>
            <a:endParaRPr lang="fr-CA"/>
          </a:p>
        </p:txBody>
      </p:sp>
    </p:spTree>
    <p:extLst>
      <p:ext uri="{BB962C8B-B14F-4D97-AF65-F5344CB8AC3E}">
        <p14:creationId xmlns:p14="http://schemas.microsoft.com/office/powerpoint/2010/main" val="5012295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Tristan</a:t>
            </a:r>
          </a:p>
        </p:txBody>
      </p:sp>
      <p:sp>
        <p:nvSpPr>
          <p:cNvPr id="4" name="Espace réservé du numéro de diapositive 3"/>
          <p:cNvSpPr>
            <a:spLocks noGrp="1"/>
          </p:cNvSpPr>
          <p:nvPr>
            <p:ph type="sldNum" sz="quarter" idx="5"/>
          </p:nvPr>
        </p:nvSpPr>
        <p:spPr/>
        <p:txBody>
          <a:bodyPr/>
          <a:lstStyle/>
          <a:p>
            <a:fld id="{EA5809C9-D391-499D-8A4B-F46E79386DAE}" type="slidenum">
              <a:rPr lang="fr-CA" smtClean="0"/>
              <a:t>21</a:t>
            </a:fld>
            <a:endParaRPr lang="fr-CA"/>
          </a:p>
        </p:txBody>
      </p:sp>
    </p:spTree>
    <p:extLst>
      <p:ext uri="{BB962C8B-B14F-4D97-AF65-F5344CB8AC3E}">
        <p14:creationId xmlns:p14="http://schemas.microsoft.com/office/powerpoint/2010/main" val="31059957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Tristan</a:t>
            </a:r>
          </a:p>
        </p:txBody>
      </p:sp>
      <p:sp>
        <p:nvSpPr>
          <p:cNvPr id="4" name="Espace réservé du numéro de diapositive 3"/>
          <p:cNvSpPr>
            <a:spLocks noGrp="1"/>
          </p:cNvSpPr>
          <p:nvPr>
            <p:ph type="sldNum" sz="quarter" idx="5"/>
          </p:nvPr>
        </p:nvSpPr>
        <p:spPr/>
        <p:txBody>
          <a:bodyPr/>
          <a:lstStyle/>
          <a:p>
            <a:fld id="{EA5809C9-D391-499D-8A4B-F46E79386DAE}" type="slidenum">
              <a:rPr lang="fr-CA" smtClean="0"/>
              <a:t>22</a:t>
            </a:fld>
            <a:endParaRPr lang="fr-CA"/>
          </a:p>
        </p:txBody>
      </p:sp>
    </p:spTree>
    <p:extLst>
      <p:ext uri="{BB962C8B-B14F-4D97-AF65-F5344CB8AC3E}">
        <p14:creationId xmlns:p14="http://schemas.microsoft.com/office/powerpoint/2010/main" val="1231181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Yohan</a:t>
            </a:r>
          </a:p>
        </p:txBody>
      </p:sp>
      <p:sp>
        <p:nvSpPr>
          <p:cNvPr id="4" name="Espace réservé du numéro de diapositive 3"/>
          <p:cNvSpPr>
            <a:spLocks noGrp="1"/>
          </p:cNvSpPr>
          <p:nvPr>
            <p:ph type="sldNum" sz="quarter" idx="5"/>
          </p:nvPr>
        </p:nvSpPr>
        <p:spPr/>
        <p:txBody>
          <a:bodyPr/>
          <a:lstStyle/>
          <a:p>
            <a:fld id="{EA5809C9-D391-499D-8A4B-F46E79386DAE}" type="slidenum">
              <a:rPr lang="fr-CA" smtClean="0"/>
              <a:t>23</a:t>
            </a:fld>
            <a:endParaRPr lang="fr-CA"/>
          </a:p>
        </p:txBody>
      </p:sp>
    </p:spTree>
    <p:extLst>
      <p:ext uri="{BB962C8B-B14F-4D97-AF65-F5344CB8AC3E}">
        <p14:creationId xmlns:p14="http://schemas.microsoft.com/office/powerpoint/2010/main" val="1635698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Yohan</a:t>
            </a:r>
          </a:p>
        </p:txBody>
      </p:sp>
      <p:sp>
        <p:nvSpPr>
          <p:cNvPr id="4" name="Espace réservé du numéro de diapositive 3"/>
          <p:cNvSpPr>
            <a:spLocks noGrp="1"/>
          </p:cNvSpPr>
          <p:nvPr>
            <p:ph type="sldNum" sz="quarter" idx="5"/>
          </p:nvPr>
        </p:nvSpPr>
        <p:spPr/>
        <p:txBody>
          <a:bodyPr/>
          <a:lstStyle/>
          <a:p>
            <a:fld id="{EA5809C9-D391-499D-8A4B-F46E79386DAE}" type="slidenum">
              <a:rPr lang="fr-CA" smtClean="0"/>
              <a:t>24</a:t>
            </a:fld>
            <a:endParaRPr lang="fr-CA"/>
          </a:p>
        </p:txBody>
      </p:sp>
    </p:spTree>
    <p:extLst>
      <p:ext uri="{BB962C8B-B14F-4D97-AF65-F5344CB8AC3E}">
        <p14:creationId xmlns:p14="http://schemas.microsoft.com/office/powerpoint/2010/main" val="28409221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Yohan</a:t>
            </a:r>
          </a:p>
        </p:txBody>
      </p:sp>
      <p:sp>
        <p:nvSpPr>
          <p:cNvPr id="4" name="Espace réservé du numéro de diapositive 3"/>
          <p:cNvSpPr>
            <a:spLocks noGrp="1"/>
          </p:cNvSpPr>
          <p:nvPr>
            <p:ph type="sldNum" sz="quarter" idx="5"/>
          </p:nvPr>
        </p:nvSpPr>
        <p:spPr/>
        <p:txBody>
          <a:bodyPr/>
          <a:lstStyle/>
          <a:p>
            <a:fld id="{EA5809C9-D391-499D-8A4B-F46E79386DAE}" type="slidenum">
              <a:rPr lang="fr-CA" smtClean="0"/>
              <a:t>25</a:t>
            </a:fld>
            <a:endParaRPr lang="fr-CA"/>
          </a:p>
        </p:txBody>
      </p:sp>
    </p:spTree>
    <p:extLst>
      <p:ext uri="{BB962C8B-B14F-4D97-AF65-F5344CB8AC3E}">
        <p14:creationId xmlns:p14="http://schemas.microsoft.com/office/powerpoint/2010/main" val="677891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Tristan</a:t>
            </a:r>
          </a:p>
        </p:txBody>
      </p:sp>
      <p:sp>
        <p:nvSpPr>
          <p:cNvPr id="4" name="Espace réservé du numéro de diapositive 3"/>
          <p:cNvSpPr>
            <a:spLocks noGrp="1"/>
          </p:cNvSpPr>
          <p:nvPr>
            <p:ph type="sldNum" sz="quarter" idx="5"/>
          </p:nvPr>
        </p:nvSpPr>
        <p:spPr/>
        <p:txBody>
          <a:bodyPr/>
          <a:lstStyle/>
          <a:p>
            <a:fld id="{EA5809C9-D391-499D-8A4B-F46E79386DAE}" type="slidenum">
              <a:rPr lang="fr-CA" smtClean="0"/>
              <a:t>26</a:t>
            </a:fld>
            <a:endParaRPr lang="fr-CA"/>
          </a:p>
        </p:txBody>
      </p:sp>
    </p:spTree>
    <p:extLst>
      <p:ext uri="{BB962C8B-B14F-4D97-AF65-F5344CB8AC3E}">
        <p14:creationId xmlns:p14="http://schemas.microsoft.com/office/powerpoint/2010/main" val="31722645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4/16/2026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‹n°›</a:t>
            </a:fld>
            <a:endParaRPr lang="en-US"/>
          </a:p>
        </p:txBody>
      </p:sp>
    </p:spTree>
    <p:extLst>
      <p:ext uri="{BB962C8B-B14F-4D97-AF65-F5344CB8AC3E}">
        <p14:creationId xmlns:p14="http://schemas.microsoft.com/office/powerpoint/2010/main" val="650174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4/16/2026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‹n°›</a:t>
            </a:fld>
            <a:endParaRPr lang="en-US"/>
          </a:p>
        </p:txBody>
      </p:sp>
    </p:spTree>
    <p:extLst>
      <p:ext uri="{BB962C8B-B14F-4D97-AF65-F5344CB8AC3E}">
        <p14:creationId xmlns:p14="http://schemas.microsoft.com/office/powerpoint/2010/main" val="182539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4/16/2026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‹n°›</a:t>
            </a:fld>
            <a:endParaRPr lang="en-US"/>
          </a:p>
        </p:txBody>
      </p:sp>
    </p:spTree>
    <p:extLst>
      <p:ext uri="{BB962C8B-B14F-4D97-AF65-F5344CB8AC3E}">
        <p14:creationId xmlns:p14="http://schemas.microsoft.com/office/powerpoint/2010/main" val="134084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4/16/2026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‹n°›</a:t>
            </a:fld>
            <a:endParaRPr lang="en-US"/>
          </a:p>
        </p:txBody>
      </p:sp>
    </p:spTree>
    <p:extLst>
      <p:ext uri="{BB962C8B-B14F-4D97-AF65-F5344CB8AC3E}">
        <p14:creationId xmlns:p14="http://schemas.microsoft.com/office/powerpoint/2010/main" val="22406757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4/16/2026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‹n°›</a:t>
            </a:fld>
            <a:endParaRPr lang="en-US"/>
          </a:p>
        </p:txBody>
      </p:sp>
    </p:spTree>
    <p:extLst>
      <p:ext uri="{BB962C8B-B14F-4D97-AF65-F5344CB8AC3E}">
        <p14:creationId xmlns:p14="http://schemas.microsoft.com/office/powerpoint/2010/main" val="28755512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4/16/2026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‹n°›</a:t>
            </a:fld>
            <a:endParaRPr lang="en-US"/>
          </a:p>
        </p:txBody>
      </p:sp>
    </p:spTree>
    <p:extLst>
      <p:ext uri="{BB962C8B-B14F-4D97-AF65-F5344CB8AC3E}">
        <p14:creationId xmlns:p14="http://schemas.microsoft.com/office/powerpoint/2010/main" val="29251323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4/16/2026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‹n°›</a:t>
            </a:fld>
            <a:endParaRPr lang="en-US"/>
          </a:p>
        </p:txBody>
      </p:sp>
    </p:spTree>
    <p:extLst>
      <p:ext uri="{BB962C8B-B14F-4D97-AF65-F5344CB8AC3E}">
        <p14:creationId xmlns:p14="http://schemas.microsoft.com/office/powerpoint/2010/main" val="27134282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4/16/2026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‹n°›</a:t>
            </a:fld>
            <a:endParaRPr lang="en-US"/>
          </a:p>
        </p:txBody>
      </p:sp>
    </p:spTree>
    <p:extLst>
      <p:ext uri="{BB962C8B-B14F-4D97-AF65-F5344CB8AC3E}">
        <p14:creationId xmlns:p14="http://schemas.microsoft.com/office/powerpoint/2010/main" val="12836182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4/16/2026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‹n°›</a:t>
            </a:fld>
            <a:endParaRPr lang="en-US"/>
          </a:p>
        </p:txBody>
      </p:sp>
    </p:spTree>
    <p:extLst>
      <p:ext uri="{BB962C8B-B14F-4D97-AF65-F5344CB8AC3E}">
        <p14:creationId xmlns:p14="http://schemas.microsoft.com/office/powerpoint/2010/main" val="3588553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4/16/2026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‹n°›</a:t>
            </a:fld>
            <a:endParaRPr lang="en-US"/>
          </a:p>
        </p:txBody>
      </p:sp>
    </p:spTree>
    <p:extLst>
      <p:ext uri="{BB962C8B-B14F-4D97-AF65-F5344CB8AC3E}">
        <p14:creationId xmlns:p14="http://schemas.microsoft.com/office/powerpoint/2010/main" val="4029147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4/16/2026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‹n°›</a:t>
            </a:fld>
            <a:endParaRPr lang="en-US"/>
          </a:p>
        </p:txBody>
      </p:sp>
    </p:spTree>
    <p:extLst>
      <p:ext uri="{BB962C8B-B14F-4D97-AF65-F5344CB8AC3E}">
        <p14:creationId xmlns:p14="http://schemas.microsoft.com/office/powerpoint/2010/main" val="8421802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4/16/2026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‹n°›</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7361008"/>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08" r:id="rId6"/>
    <p:sldLayoutId id="2147483704" r:id="rId7"/>
    <p:sldLayoutId id="2147483705" r:id="rId8"/>
    <p:sldLayoutId id="2147483706" r:id="rId9"/>
    <p:sldLayoutId id="2147483707" r:id="rId10"/>
    <p:sldLayoutId id="2147483709"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hyperlink" Target="https://doi.org/10.2305/IUCN.UK.2014-1.RLTS.T13917A58135857.en" TargetMode="External"/><Relationship Id="rId3" Type="http://schemas.openxmlformats.org/officeDocument/2006/relationships/hyperlink" Target="https://numerique.banq.qc.ca/patrimoine/details/52327/66775" TargetMode="External"/><Relationship Id="rId7" Type="http://schemas.openxmlformats.org/officeDocument/2006/relationships/hyperlink" Target="https://doi.org/10.1139/z92-191" TargetMode="External"/><Relationship Id="rId2" Type="http://schemas.openxmlformats.org/officeDocument/2006/relationships/hyperlink" Target="https://doi.org/10.3354/esr01395" TargetMode="External"/><Relationship Id="rId1" Type="http://schemas.openxmlformats.org/officeDocument/2006/relationships/slideLayout" Target="../slideLayouts/slideLayout2.xml"/><Relationship Id="rId6" Type="http://schemas.openxmlformats.org/officeDocument/2006/relationships/hyperlink" Target="https://portals.iucn.org/library/node/15279" TargetMode="External"/><Relationship Id="rId11" Type="http://schemas.openxmlformats.org/officeDocument/2006/relationships/hyperlink" Target="https://www.researchgate.net/publication/356970163_Reproduction_artificielle_ensemencements_et_suivi_de_la_population_du_chevalier_cuivre_Moxostoma_hubbsi_en_2019" TargetMode="External"/><Relationship Id="rId5" Type="http://schemas.openxmlformats.org/officeDocument/2006/relationships/hyperlink" Target="https://doi.org/10.64898/2026.02.04.703802" TargetMode="External"/><Relationship Id="rId10" Type="http://schemas.openxmlformats.org/officeDocument/2006/relationships/hyperlink" Target="https://doi.org/10.13140/RG.2.2.33614.79689" TargetMode="External"/><Relationship Id="rId4" Type="http://schemas.openxmlformats.org/officeDocument/2006/relationships/hyperlink" Target="https://www.quebec.ca/agriculture-environnement-et-ressources-naturelles/faune/animaux-sauvages-quebec/fiches-especes-fauniques/chevalier-cuivre" TargetMode="External"/><Relationship Id="rId9" Type="http://schemas.openxmlformats.org/officeDocument/2006/relationships/hyperlink" Target="https://doi.org/10.1016/j.biocon.2011.04.01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6" name="Rectangle 1035">
            <a:extLst>
              <a:ext uri="{FF2B5EF4-FFF2-40B4-BE49-F238E27FC236}">
                <a16:creationId xmlns:a16="http://schemas.microsoft.com/office/drawing/2014/main" id="{0EECA69B-4C2A-7F31-8019-E90DB3BD4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pic>
        <p:nvPicPr>
          <p:cNvPr id="1026" name="Picture 2" descr="Chevalier cuivré | Gouvernement du Québec">
            <a:extLst>
              <a:ext uri="{FF2B5EF4-FFF2-40B4-BE49-F238E27FC236}">
                <a16:creationId xmlns:a16="http://schemas.microsoft.com/office/drawing/2014/main" id="{0CB3B93C-FECB-E6B1-0F9A-DA4D100674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199" t="8899" r="8179" b="1"/>
          <a:stretch>
            <a:fillRect/>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1038" name="Rectangle 1037">
            <a:extLst>
              <a:ext uri="{FF2B5EF4-FFF2-40B4-BE49-F238E27FC236}">
                <a16:creationId xmlns:a16="http://schemas.microsoft.com/office/drawing/2014/main" id="{857DEAC1-B3AA-6569-0A44-A191DF2F3C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486400"/>
            <a:ext cx="12191999" cy="1371600"/>
          </a:xfrm>
          <a:prstGeom prst="rect">
            <a:avLst/>
          </a:prstGeom>
          <a:solidFill>
            <a:schemeClr val="bg1">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sp>
        <p:nvSpPr>
          <p:cNvPr id="2" name="Titre 1">
            <a:extLst>
              <a:ext uri="{FF2B5EF4-FFF2-40B4-BE49-F238E27FC236}">
                <a16:creationId xmlns:a16="http://schemas.microsoft.com/office/drawing/2014/main" id="{0CE52AE1-F528-9ADC-1794-EB43A5F9C6EB}"/>
              </a:ext>
            </a:extLst>
          </p:cNvPr>
          <p:cNvSpPr>
            <a:spLocks noGrp="1"/>
          </p:cNvSpPr>
          <p:nvPr>
            <p:ph type="ctrTitle"/>
          </p:nvPr>
        </p:nvSpPr>
        <p:spPr>
          <a:xfrm>
            <a:off x="320040" y="5715000"/>
            <a:ext cx="8027544" cy="960120"/>
          </a:xfrm>
          <a:ln>
            <a:noFill/>
          </a:ln>
        </p:spPr>
        <p:txBody>
          <a:bodyPr anchor="ctr">
            <a:normAutofit/>
          </a:bodyPr>
          <a:lstStyle/>
          <a:p>
            <a:pPr>
              <a:lnSpc>
                <a:spcPct val="90000"/>
              </a:lnSpc>
            </a:pPr>
            <a:r>
              <a:rPr lang="fr-CA" sz="3100" dirty="0"/>
              <a:t>État de la situation du chevalier cuivré </a:t>
            </a:r>
          </a:p>
        </p:txBody>
      </p:sp>
      <p:sp>
        <p:nvSpPr>
          <p:cNvPr id="6" name="ZoneTexte 5">
            <a:extLst>
              <a:ext uri="{FF2B5EF4-FFF2-40B4-BE49-F238E27FC236}">
                <a16:creationId xmlns:a16="http://schemas.microsoft.com/office/drawing/2014/main" id="{600198B9-2037-B1E5-2DF2-16A96F60CC76}"/>
              </a:ext>
            </a:extLst>
          </p:cNvPr>
          <p:cNvSpPr txBox="1"/>
          <p:nvPr/>
        </p:nvSpPr>
        <p:spPr>
          <a:xfrm>
            <a:off x="5819775" y="6672441"/>
            <a:ext cx="6372225" cy="184666"/>
          </a:xfrm>
          <a:prstGeom prst="rect">
            <a:avLst/>
          </a:prstGeom>
          <a:noFill/>
        </p:spPr>
        <p:txBody>
          <a:bodyPr wrap="square" rtlCol="0">
            <a:spAutoFit/>
          </a:bodyPr>
          <a:lstStyle/>
          <a:p>
            <a:pPr algn="r"/>
            <a:r>
              <a:rPr lang="fr-CA" sz="600" dirty="0"/>
              <a:t>https://www.quebec.ca/agriculture-environnement-et-ressources-naturelles/faune/animaux-sauvages-quebec/fiches-especes-fauniques/chevalier-cuivre</a:t>
            </a:r>
          </a:p>
        </p:txBody>
      </p:sp>
    </p:spTree>
    <p:extLst>
      <p:ext uri="{BB962C8B-B14F-4D97-AF65-F5344CB8AC3E}">
        <p14:creationId xmlns:p14="http://schemas.microsoft.com/office/powerpoint/2010/main" val="30556946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3966A9B0-B00E-6660-A54E-CFEC48403854}"/>
              </a:ext>
            </a:extLst>
          </p:cNvPr>
          <p:cNvSpPr>
            <a:spLocks noGrp="1"/>
          </p:cNvSpPr>
          <p:nvPr>
            <p:ph type="title"/>
          </p:nvPr>
        </p:nvSpPr>
        <p:spPr>
          <a:xfrm>
            <a:off x="685800" y="899024"/>
            <a:ext cx="3076032" cy="3914947"/>
          </a:xfrm>
        </p:spPr>
        <p:txBody>
          <a:bodyPr vert="horz" lIns="91440" tIns="45720" rIns="91440" bIns="45720" rtlCol="0" anchor="t">
            <a:normAutofit/>
          </a:bodyPr>
          <a:lstStyle/>
          <a:p>
            <a:r>
              <a:rPr lang="en-US" sz="3100"/>
              <a:t>Distribution géographique</a:t>
            </a:r>
          </a:p>
        </p:txBody>
      </p:sp>
      <p:cxnSp>
        <p:nvCxnSpPr>
          <p:cNvPr id="16" name="Straight Connector 15">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3716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Image 4">
            <a:extLst>
              <a:ext uri="{FF2B5EF4-FFF2-40B4-BE49-F238E27FC236}">
                <a16:creationId xmlns:a16="http://schemas.microsoft.com/office/drawing/2014/main" id="{65DA162E-E9CE-5AEB-BBA2-D5769AD0C527}"/>
              </a:ext>
            </a:extLst>
          </p:cNvPr>
          <p:cNvPicPr>
            <a:picLocks noChangeAspect="1"/>
          </p:cNvPicPr>
          <p:nvPr/>
        </p:nvPicPr>
        <p:blipFill>
          <a:blip r:embed="rId3"/>
          <a:stretch>
            <a:fillRect/>
          </a:stretch>
        </p:blipFill>
        <p:spPr>
          <a:xfrm>
            <a:off x="4120432" y="723901"/>
            <a:ext cx="7189635" cy="5410200"/>
          </a:xfrm>
          <a:prstGeom prst="rect">
            <a:avLst/>
          </a:prstGeom>
        </p:spPr>
      </p:pic>
      <p:sp>
        <p:nvSpPr>
          <p:cNvPr id="6" name="ZoneTexte 5">
            <a:extLst>
              <a:ext uri="{FF2B5EF4-FFF2-40B4-BE49-F238E27FC236}">
                <a16:creationId xmlns:a16="http://schemas.microsoft.com/office/drawing/2014/main" id="{124E7EEB-9B05-0948-3014-4C918A1E1AF7}"/>
              </a:ext>
            </a:extLst>
          </p:cNvPr>
          <p:cNvSpPr txBox="1"/>
          <p:nvPr/>
        </p:nvSpPr>
        <p:spPr>
          <a:xfrm>
            <a:off x="4086225" y="6142781"/>
            <a:ext cx="7305675" cy="461665"/>
          </a:xfrm>
          <a:prstGeom prst="rect">
            <a:avLst/>
          </a:prstGeom>
          <a:noFill/>
        </p:spPr>
        <p:txBody>
          <a:bodyPr wrap="square" rtlCol="0">
            <a:spAutoFit/>
          </a:bodyPr>
          <a:lstStyle/>
          <a:p>
            <a:r>
              <a:rPr lang="fr-CA" sz="1200" dirty="0"/>
              <a:t>Figure 1 : Distribution courante et historique du chevalier cuivré (</a:t>
            </a:r>
            <a:r>
              <a:rPr lang="fr-CA" sz="1200" i="1" dirty="0" err="1"/>
              <a:t>Moxostoma</a:t>
            </a:r>
            <a:r>
              <a:rPr lang="fr-CA" sz="1200" i="1" dirty="0"/>
              <a:t> </a:t>
            </a:r>
            <a:r>
              <a:rPr lang="fr-CA" sz="1200" i="1" dirty="0" err="1"/>
              <a:t>hubbsi</a:t>
            </a:r>
            <a:r>
              <a:rPr lang="fr-CA" sz="1200" dirty="0"/>
              <a:t>) au Québec, Canada ; tiré de </a:t>
            </a:r>
            <a:r>
              <a:rPr lang="fr-CA" sz="1200" dirty="0" err="1"/>
              <a:t>Bannester</a:t>
            </a:r>
            <a:r>
              <a:rPr lang="fr-CA" sz="1200" dirty="0"/>
              <a:t>-Marchand et al. (2025). </a:t>
            </a:r>
          </a:p>
        </p:txBody>
      </p:sp>
    </p:spTree>
    <p:extLst>
      <p:ext uri="{BB962C8B-B14F-4D97-AF65-F5344CB8AC3E}">
        <p14:creationId xmlns:p14="http://schemas.microsoft.com/office/powerpoint/2010/main" val="13916834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5F7DF9E-5635-E99D-49EF-F09E563F0FE1}"/>
              </a:ext>
            </a:extLst>
          </p:cNvPr>
          <p:cNvSpPr>
            <a:spLocks noGrp="1"/>
          </p:cNvSpPr>
          <p:nvPr>
            <p:ph type="title"/>
          </p:nvPr>
        </p:nvSpPr>
        <p:spPr/>
        <p:txBody>
          <a:bodyPr/>
          <a:lstStyle/>
          <a:p>
            <a:r>
              <a:rPr lang="fr-CA" dirty="0"/>
              <a:t>Traits d’histoire de vie</a:t>
            </a:r>
          </a:p>
        </p:txBody>
      </p:sp>
      <p:graphicFrame>
        <p:nvGraphicFramePr>
          <p:cNvPr id="6" name="Espace réservé du contenu 2">
            <a:extLst>
              <a:ext uri="{FF2B5EF4-FFF2-40B4-BE49-F238E27FC236}">
                <a16:creationId xmlns:a16="http://schemas.microsoft.com/office/drawing/2014/main" id="{5A794BAE-EB09-B02E-F77D-B89EA998F569}"/>
              </a:ext>
            </a:extLst>
          </p:cNvPr>
          <p:cNvGraphicFramePr>
            <a:graphicFrameLocks noGrp="1"/>
          </p:cNvGraphicFramePr>
          <p:nvPr>
            <p:ph idx="1"/>
          </p:nvPr>
        </p:nvGraphicFramePr>
        <p:xfrm>
          <a:off x="700635" y="2221992"/>
          <a:ext cx="10691265" cy="37398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ZoneTexte 3">
            <a:extLst>
              <a:ext uri="{FF2B5EF4-FFF2-40B4-BE49-F238E27FC236}">
                <a16:creationId xmlns:a16="http://schemas.microsoft.com/office/drawing/2014/main" id="{3C84EBBA-709C-4ACC-BEB0-09511221D222}"/>
              </a:ext>
            </a:extLst>
          </p:cNvPr>
          <p:cNvSpPr txBox="1"/>
          <p:nvPr/>
        </p:nvSpPr>
        <p:spPr>
          <a:xfrm>
            <a:off x="8814840" y="5684889"/>
            <a:ext cx="2676525" cy="276999"/>
          </a:xfrm>
          <a:prstGeom prst="rect">
            <a:avLst/>
          </a:prstGeom>
          <a:noFill/>
        </p:spPr>
        <p:txBody>
          <a:bodyPr wrap="square" rtlCol="0">
            <a:spAutoFit/>
          </a:bodyPr>
          <a:lstStyle/>
          <a:p>
            <a:pPr algn="r"/>
            <a:r>
              <a:rPr lang="fr-CA" sz="1200" dirty="0"/>
              <a:t>(</a:t>
            </a:r>
            <a:r>
              <a:rPr lang="fr-CA" sz="1200" dirty="0" err="1"/>
              <a:t>Mongeau</a:t>
            </a:r>
            <a:r>
              <a:rPr lang="fr-CA" sz="1200" dirty="0"/>
              <a:t> et al., 1992)</a:t>
            </a:r>
          </a:p>
        </p:txBody>
      </p:sp>
    </p:spTree>
    <p:extLst>
      <p:ext uri="{BB962C8B-B14F-4D97-AF65-F5344CB8AC3E}">
        <p14:creationId xmlns:p14="http://schemas.microsoft.com/office/powerpoint/2010/main" val="23502815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9FA08C0-86C6-2EC3-99EB-1F5428E7314C}"/>
              </a:ext>
            </a:extLst>
          </p:cNvPr>
          <p:cNvSpPr>
            <a:spLocks noGrp="1"/>
          </p:cNvSpPr>
          <p:nvPr>
            <p:ph type="title"/>
          </p:nvPr>
        </p:nvSpPr>
        <p:spPr/>
        <p:txBody>
          <a:bodyPr/>
          <a:lstStyle/>
          <a:p>
            <a:r>
              <a:rPr lang="fr-CA" dirty="0"/>
              <a:t>État Légal</a:t>
            </a:r>
          </a:p>
        </p:txBody>
      </p:sp>
      <p:sp>
        <p:nvSpPr>
          <p:cNvPr id="3" name="Espace réservé du contenu 2">
            <a:extLst>
              <a:ext uri="{FF2B5EF4-FFF2-40B4-BE49-F238E27FC236}">
                <a16:creationId xmlns:a16="http://schemas.microsoft.com/office/drawing/2014/main" id="{7BB24C08-EB63-95EB-768C-99638678B5F8}"/>
              </a:ext>
            </a:extLst>
          </p:cNvPr>
          <p:cNvSpPr>
            <a:spLocks noGrp="1"/>
          </p:cNvSpPr>
          <p:nvPr>
            <p:ph idx="1"/>
          </p:nvPr>
        </p:nvSpPr>
        <p:spPr/>
        <p:txBody>
          <a:bodyPr/>
          <a:lstStyle/>
          <a:p>
            <a:pPr>
              <a:lnSpc>
                <a:spcPct val="200000"/>
              </a:lnSpc>
            </a:pPr>
            <a:r>
              <a:rPr lang="fr-CA"/>
              <a:t>Menacée (Québec) (</a:t>
            </a:r>
            <a:r>
              <a:rPr lang="fr-CA" i="1"/>
              <a:t>Chevalier cuivré</a:t>
            </a:r>
            <a:r>
              <a:rPr lang="fr-CA"/>
              <a:t>, s. d.)</a:t>
            </a:r>
          </a:p>
          <a:p>
            <a:pPr>
              <a:lnSpc>
                <a:spcPct val="200000"/>
              </a:lnSpc>
            </a:pPr>
            <a:r>
              <a:rPr lang="fr-CA"/>
              <a:t>En voie de disparition (Canada) (COSEPAC, 2014)</a:t>
            </a:r>
          </a:p>
          <a:p>
            <a:pPr>
              <a:lnSpc>
                <a:spcPct val="200000"/>
              </a:lnSpc>
            </a:pPr>
            <a:r>
              <a:rPr lang="fr-CA"/>
              <a:t>Menacée (IUCN) (NatureServe, 2014)</a:t>
            </a:r>
            <a:endParaRPr lang="fr-CA" dirty="0"/>
          </a:p>
        </p:txBody>
      </p:sp>
      <p:pic>
        <p:nvPicPr>
          <p:cNvPr id="7" name="Image 6">
            <a:extLst>
              <a:ext uri="{FF2B5EF4-FFF2-40B4-BE49-F238E27FC236}">
                <a16:creationId xmlns:a16="http://schemas.microsoft.com/office/drawing/2014/main" id="{AF1EF429-633A-7988-D1D5-91EBC3583ADA}"/>
              </a:ext>
            </a:extLst>
          </p:cNvPr>
          <p:cNvPicPr>
            <a:picLocks noChangeAspect="1"/>
          </p:cNvPicPr>
          <p:nvPr/>
        </p:nvPicPr>
        <p:blipFill>
          <a:blip r:embed="rId3"/>
          <a:srcRect l="5370" t="8415" r="8116" b="4567"/>
          <a:stretch>
            <a:fillRect/>
          </a:stretch>
        </p:blipFill>
        <p:spPr>
          <a:xfrm>
            <a:off x="7529208" y="1999034"/>
            <a:ext cx="2859932" cy="2859932"/>
          </a:xfrm>
          <a:prstGeom prst="rect">
            <a:avLst/>
          </a:prstGeom>
        </p:spPr>
      </p:pic>
    </p:spTree>
    <p:extLst>
      <p:ext uri="{BB962C8B-B14F-4D97-AF65-F5344CB8AC3E}">
        <p14:creationId xmlns:p14="http://schemas.microsoft.com/office/powerpoint/2010/main" val="23255275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7C3E5AF-0986-10C7-5B5A-31AFD32351E0}"/>
              </a:ext>
            </a:extLst>
          </p:cNvPr>
          <p:cNvSpPr>
            <a:spLocks noGrp="1"/>
          </p:cNvSpPr>
          <p:nvPr>
            <p:ph type="title"/>
          </p:nvPr>
        </p:nvSpPr>
        <p:spPr/>
        <p:txBody>
          <a:bodyPr/>
          <a:lstStyle/>
          <a:p>
            <a:r>
              <a:rPr lang="fr-CA" dirty="0"/>
              <a:t>Menaces</a:t>
            </a:r>
          </a:p>
        </p:txBody>
      </p:sp>
      <p:sp>
        <p:nvSpPr>
          <p:cNvPr id="3" name="Espace réservé du contenu 2">
            <a:extLst>
              <a:ext uri="{FF2B5EF4-FFF2-40B4-BE49-F238E27FC236}">
                <a16:creationId xmlns:a16="http://schemas.microsoft.com/office/drawing/2014/main" id="{F6627DAA-C04C-19E3-39BE-69C18BACE455}"/>
              </a:ext>
            </a:extLst>
          </p:cNvPr>
          <p:cNvSpPr>
            <a:spLocks noGrp="1"/>
          </p:cNvSpPr>
          <p:nvPr>
            <p:ph idx="1"/>
          </p:nvPr>
        </p:nvSpPr>
        <p:spPr/>
        <p:txBody>
          <a:bodyPr/>
          <a:lstStyle/>
          <a:p>
            <a:pPr>
              <a:lnSpc>
                <a:spcPct val="200000"/>
              </a:lnSpc>
            </a:pPr>
            <a:r>
              <a:rPr lang="fr-CA" dirty="0"/>
              <a:t>Fragmentation de l’habitat</a:t>
            </a:r>
          </a:p>
          <a:p>
            <a:pPr>
              <a:lnSpc>
                <a:spcPct val="200000"/>
              </a:lnSpc>
            </a:pPr>
            <a:r>
              <a:rPr lang="fr-CA" dirty="0"/>
              <a:t>Pollution</a:t>
            </a:r>
          </a:p>
          <a:p>
            <a:pPr>
              <a:lnSpc>
                <a:spcPct val="200000"/>
              </a:lnSpc>
            </a:pPr>
            <a:r>
              <a:rPr lang="fr-CA" dirty="0"/>
              <a:t>Espèces envahissantes (Tanche et Gobie à taches noires) </a:t>
            </a:r>
          </a:p>
          <a:p>
            <a:pPr>
              <a:lnSpc>
                <a:spcPct val="200000"/>
              </a:lnSpc>
            </a:pPr>
            <a:r>
              <a:rPr lang="fr-CA" dirty="0"/>
              <a:t>Changements climatiques</a:t>
            </a:r>
          </a:p>
          <a:p>
            <a:pPr>
              <a:lnSpc>
                <a:spcPct val="200000"/>
              </a:lnSpc>
            </a:pPr>
            <a:endParaRPr lang="fr-CA" dirty="0"/>
          </a:p>
        </p:txBody>
      </p:sp>
      <p:sp>
        <p:nvSpPr>
          <p:cNvPr id="4" name="ZoneTexte 3">
            <a:extLst>
              <a:ext uri="{FF2B5EF4-FFF2-40B4-BE49-F238E27FC236}">
                <a16:creationId xmlns:a16="http://schemas.microsoft.com/office/drawing/2014/main" id="{33A4A1E8-3978-9829-02B8-61A4FC6F24CA}"/>
              </a:ext>
            </a:extLst>
          </p:cNvPr>
          <p:cNvSpPr txBox="1"/>
          <p:nvPr/>
        </p:nvSpPr>
        <p:spPr>
          <a:xfrm>
            <a:off x="8357640" y="5666601"/>
            <a:ext cx="3133725" cy="276999"/>
          </a:xfrm>
          <a:prstGeom prst="rect">
            <a:avLst/>
          </a:prstGeom>
          <a:noFill/>
        </p:spPr>
        <p:txBody>
          <a:bodyPr wrap="square" rtlCol="0">
            <a:spAutoFit/>
          </a:bodyPr>
          <a:lstStyle/>
          <a:p>
            <a:pPr algn="r"/>
            <a:r>
              <a:rPr lang="fr-CA" sz="1200" dirty="0"/>
              <a:t>(COSEPAC, 2014)</a:t>
            </a:r>
          </a:p>
        </p:txBody>
      </p:sp>
    </p:spTree>
    <p:extLst>
      <p:ext uri="{BB962C8B-B14F-4D97-AF65-F5344CB8AC3E}">
        <p14:creationId xmlns:p14="http://schemas.microsoft.com/office/powerpoint/2010/main" val="1599520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E04216-6D2E-A2C1-A5AA-428D85FBE4CC}"/>
              </a:ext>
            </a:extLst>
          </p:cNvPr>
          <p:cNvSpPr>
            <a:spLocks noGrp="1"/>
          </p:cNvSpPr>
          <p:nvPr>
            <p:ph type="title"/>
          </p:nvPr>
        </p:nvSpPr>
        <p:spPr/>
        <p:txBody>
          <a:bodyPr/>
          <a:lstStyle/>
          <a:p>
            <a:r>
              <a:rPr lang="fr-CA" dirty="0"/>
              <a:t>Mesures établies</a:t>
            </a:r>
          </a:p>
        </p:txBody>
      </p:sp>
      <p:sp>
        <p:nvSpPr>
          <p:cNvPr id="3" name="Espace réservé du contenu 2">
            <a:extLst>
              <a:ext uri="{FF2B5EF4-FFF2-40B4-BE49-F238E27FC236}">
                <a16:creationId xmlns:a16="http://schemas.microsoft.com/office/drawing/2014/main" id="{A014C97A-8C97-1B8C-F372-DA9FF8D7DB66}"/>
              </a:ext>
            </a:extLst>
          </p:cNvPr>
          <p:cNvSpPr>
            <a:spLocks noGrp="1"/>
          </p:cNvSpPr>
          <p:nvPr>
            <p:ph idx="1"/>
          </p:nvPr>
        </p:nvSpPr>
        <p:spPr/>
        <p:txBody>
          <a:bodyPr/>
          <a:lstStyle/>
          <a:p>
            <a:pPr>
              <a:lnSpc>
                <a:spcPct val="200000"/>
              </a:lnSpc>
            </a:pPr>
            <a:r>
              <a:rPr lang="fr-CA" dirty="0"/>
              <a:t>Passe à poisson au Canal Saint-Ours</a:t>
            </a:r>
          </a:p>
          <a:p>
            <a:pPr>
              <a:lnSpc>
                <a:spcPct val="200000"/>
              </a:lnSpc>
            </a:pPr>
            <a:r>
              <a:rPr lang="fr-CA" dirty="0"/>
              <a:t>Protection du site de fraie de Chambly</a:t>
            </a:r>
          </a:p>
          <a:p>
            <a:pPr>
              <a:lnSpc>
                <a:spcPct val="200000"/>
              </a:lnSpc>
            </a:pPr>
            <a:r>
              <a:rPr lang="fr-CA" dirty="0"/>
              <a:t>Changement à la loi sur la pêche</a:t>
            </a:r>
          </a:p>
          <a:p>
            <a:pPr>
              <a:lnSpc>
                <a:spcPct val="200000"/>
              </a:lnSpc>
            </a:pPr>
            <a:r>
              <a:rPr lang="fr-CA" dirty="0"/>
              <a:t>Reproduction assistée</a:t>
            </a:r>
          </a:p>
        </p:txBody>
      </p:sp>
      <p:sp>
        <p:nvSpPr>
          <p:cNvPr id="4" name="ZoneTexte 3">
            <a:extLst>
              <a:ext uri="{FF2B5EF4-FFF2-40B4-BE49-F238E27FC236}">
                <a16:creationId xmlns:a16="http://schemas.microsoft.com/office/drawing/2014/main" id="{8087E245-C941-CE6D-30E8-F3BF687A91FC}"/>
              </a:ext>
            </a:extLst>
          </p:cNvPr>
          <p:cNvSpPr txBox="1"/>
          <p:nvPr/>
        </p:nvSpPr>
        <p:spPr>
          <a:xfrm>
            <a:off x="7748040" y="5666601"/>
            <a:ext cx="3743325" cy="276999"/>
          </a:xfrm>
          <a:prstGeom prst="rect">
            <a:avLst/>
          </a:prstGeom>
          <a:noFill/>
        </p:spPr>
        <p:txBody>
          <a:bodyPr wrap="square" rtlCol="0">
            <a:spAutoFit/>
          </a:bodyPr>
          <a:lstStyle/>
          <a:p>
            <a:pPr algn="r"/>
            <a:r>
              <a:rPr lang="fr-CA" sz="1200" dirty="0"/>
              <a:t>( COSEPAC, 2014 ;Vachon, 2010) </a:t>
            </a:r>
          </a:p>
        </p:txBody>
      </p:sp>
    </p:spTree>
    <p:extLst>
      <p:ext uri="{BB962C8B-B14F-4D97-AF65-F5344CB8AC3E}">
        <p14:creationId xmlns:p14="http://schemas.microsoft.com/office/powerpoint/2010/main" val="1683285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1" name="Rectangle 10">
            <a:extLst>
              <a:ext uri="{FF2B5EF4-FFF2-40B4-BE49-F238E27FC236}">
                <a16:creationId xmlns:a16="http://schemas.microsoft.com/office/drawing/2014/main" id="{DEF92653-5D6D-47E6-8744-0DAF76E049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6B467CA-0C42-6E0A-98D0-B6F643A87434}"/>
              </a:ext>
            </a:extLst>
          </p:cNvPr>
          <p:cNvSpPr>
            <a:spLocks noGrp="1"/>
          </p:cNvSpPr>
          <p:nvPr>
            <p:ph type="title"/>
          </p:nvPr>
        </p:nvSpPr>
        <p:spPr>
          <a:xfrm>
            <a:off x="800102" y="960594"/>
            <a:ext cx="5828114" cy="4936812"/>
          </a:xfrm>
        </p:spPr>
        <p:txBody>
          <a:bodyPr vert="horz" lIns="91440" tIns="45720" rIns="91440" bIns="45720" rtlCol="0" anchor="ctr">
            <a:normAutofit/>
          </a:bodyPr>
          <a:lstStyle/>
          <a:p>
            <a:pPr algn="r"/>
            <a:r>
              <a:rPr lang="en-US" sz="6000"/>
              <a:t>Qu’indique les prédictions pour les </a:t>
            </a:r>
            <a:br>
              <a:rPr lang="en-US" sz="6000"/>
            </a:br>
            <a:r>
              <a:rPr lang="en-US" sz="6000"/>
              <a:t>100 prochaines années?</a:t>
            </a:r>
          </a:p>
        </p:txBody>
      </p:sp>
      <p:cxnSp>
        <p:nvCxnSpPr>
          <p:cNvPr id="13" name="Straight Connector 12">
            <a:extLst>
              <a:ext uri="{FF2B5EF4-FFF2-40B4-BE49-F238E27FC236}">
                <a16:creationId xmlns:a16="http://schemas.microsoft.com/office/drawing/2014/main" id="{9CA98CE3-81A7-4FFE-A047-9AA65998D87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315200" y="1733549"/>
            <a:ext cx="0" cy="3390901"/>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33482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F68B2C62-7648-4430-90D5-AE0F252AF1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0A9A72B5-C255-D953-264E-8350AB3C15D2}"/>
              </a:ext>
            </a:extLst>
          </p:cNvPr>
          <p:cNvSpPr>
            <a:spLocks noGrp="1"/>
          </p:cNvSpPr>
          <p:nvPr>
            <p:ph type="title"/>
          </p:nvPr>
        </p:nvSpPr>
        <p:spPr>
          <a:xfrm>
            <a:off x="700087" y="909638"/>
            <a:ext cx="10691813" cy="1155618"/>
          </a:xfrm>
        </p:spPr>
        <p:txBody>
          <a:bodyPr>
            <a:normAutofit/>
          </a:bodyPr>
          <a:lstStyle/>
          <a:p>
            <a:r>
              <a:rPr lang="fr-CA" dirty="0"/>
              <a:t>Méthode</a:t>
            </a:r>
          </a:p>
        </p:txBody>
      </p:sp>
      <p:cxnSp>
        <p:nvCxnSpPr>
          <p:cNvPr id="16" name="Straight Connector 10">
            <a:extLst>
              <a:ext uri="{FF2B5EF4-FFF2-40B4-BE49-F238E27FC236}">
                <a16:creationId xmlns:a16="http://schemas.microsoft.com/office/drawing/2014/main" id="{AAD0195E-7F27-4D06-9427-0C121D721A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2">
            <a:extLst>
              <a:ext uri="{FF2B5EF4-FFF2-40B4-BE49-F238E27FC236}">
                <a16:creationId xmlns:a16="http://schemas.microsoft.com/office/drawing/2014/main" id="{9D74C2FC-3228-4FC1-B97B-87AD35508D9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8" name="Espace réservé du contenu 2">
            <a:extLst>
              <a:ext uri="{FF2B5EF4-FFF2-40B4-BE49-F238E27FC236}">
                <a16:creationId xmlns:a16="http://schemas.microsoft.com/office/drawing/2014/main" id="{9D7866D5-6B49-9FA4-11A1-2FCBB87311CC}"/>
              </a:ext>
            </a:extLst>
          </p:cNvPr>
          <p:cNvGraphicFramePr>
            <a:graphicFrameLocks noGrp="1"/>
          </p:cNvGraphicFramePr>
          <p:nvPr>
            <p:ph idx="1"/>
            <p:extLst>
              <p:ext uri="{D42A27DB-BD31-4B8C-83A1-F6EECF244321}">
                <p14:modId xmlns:p14="http://schemas.microsoft.com/office/powerpoint/2010/main" val="2047677685"/>
              </p:ext>
            </p:extLst>
          </p:nvPr>
        </p:nvGraphicFramePr>
        <p:xfrm>
          <a:off x="700088" y="2222500"/>
          <a:ext cx="10691812" cy="37401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539381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DF3B35E5-60C7-1A5E-189B-80DD3CF8C49C}"/>
              </a:ext>
            </a:extLst>
          </p:cNvPr>
          <p:cNvSpPr>
            <a:spLocks noGrp="1"/>
          </p:cNvSpPr>
          <p:nvPr>
            <p:ph type="title"/>
          </p:nvPr>
        </p:nvSpPr>
        <p:spPr>
          <a:xfrm>
            <a:off x="704088" y="914400"/>
            <a:ext cx="6001512" cy="1307592"/>
          </a:xfrm>
        </p:spPr>
        <p:txBody>
          <a:bodyPr>
            <a:normAutofit/>
          </a:bodyPr>
          <a:lstStyle/>
          <a:p>
            <a:r>
              <a:rPr lang="fr-CA" dirty="0"/>
              <a:t>Données </a:t>
            </a:r>
          </a:p>
        </p:txBody>
      </p:sp>
      <p:cxnSp>
        <p:nvCxnSpPr>
          <p:cNvPr id="17" name="Straight Connector 16">
            <a:extLst>
              <a:ext uri="{FF2B5EF4-FFF2-40B4-BE49-F238E27FC236}">
                <a16:creationId xmlns:a16="http://schemas.microsoft.com/office/drawing/2014/main" id="{4583FD9E-C5A7-96F7-951D-7D292013CD5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Espace réservé du contenu 2">
            <a:extLst>
              <a:ext uri="{FF2B5EF4-FFF2-40B4-BE49-F238E27FC236}">
                <a16:creationId xmlns:a16="http://schemas.microsoft.com/office/drawing/2014/main" id="{948D2D04-6AA7-999B-92B0-8A9D5A8E52BD}"/>
              </a:ext>
            </a:extLst>
          </p:cNvPr>
          <p:cNvSpPr>
            <a:spLocks noGrp="1"/>
          </p:cNvSpPr>
          <p:nvPr>
            <p:ph idx="1"/>
          </p:nvPr>
        </p:nvSpPr>
        <p:spPr>
          <a:xfrm>
            <a:off x="704088" y="2231136"/>
            <a:ext cx="6001512" cy="3931920"/>
          </a:xfrm>
        </p:spPr>
        <p:txBody>
          <a:bodyPr>
            <a:normAutofit/>
          </a:bodyPr>
          <a:lstStyle/>
          <a:p>
            <a:r>
              <a:rPr lang="fr-CA" dirty="0"/>
              <a:t>Adultes : Étude avec tailles et fécondités (</a:t>
            </a:r>
            <a:r>
              <a:rPr lang="fr-CA" dirty="0" err="1"/>
              <a:t>Mongeau</a:t>
            </a:r>
            <a:r>
              <a:rPr lang="fr-CA" dirty="0"/>
              <a:t> et al., 1986 ; </a:t>
            </a:r>
            <a:r>
              <a:rPr lang="fr-CA" dirty="0" err="1"/>
              <a:t>Mongeau</a:t>
            </a:r>
            <a:r>
              <a:rPr lang="fr-CA" dirty="0"/>
              <a:t> et al., 1992)</a:t>
            </a:r>
          </a:p>
          <a:p>
            <a:r>
              <a:rPr lang="fr-CA" dirty="0"/>
              <a:t>Subadultes : Proviennent des chevaliers élevés en captivité (Vachon 2020, 2021b,c)</a:t>
            </a:r>
          </a:p>
          <a:p>
            <a:pPr lvl="1"/>
            <a:endParaRPr lang="fr-CA" dirty="0"/>
          </a:p>
          <a:p>
            <a:pPr lvl="1"/>
            <a:endParaRPr lang="fr-CA" dirty="0"/>
          </a:p>
          <a:p>
            <a:r>
              <a:rPr lang="fr-CA" dirty="0"/>
              <a:t>Résultat : 3 Matrice de Leslie</a:t>
            </a:r>
          </a:p>
          <a:p>
            <a:pPr lvl="1"/>
            <a:r>
              <a:rPr lang="fr-CA" dirty="0"/>
              <a:t>Mesurée (</a:t>
            </a:r>
            <a:r>
              <a:rPr lang="el-GR" dirty="0"/>
              <a:t>λ </a:t>
            </a:r>
            <a:r>
              <a:rPr lang="fr-CA" dirty="0"/>
              <a:t>= 0.957)</a:t>
            </a:r>
          </a:p>
          <a:p>
            <a:pPr lvl="1"/>
            <a:r>
              <a:rPr lang="fr-CA" dirty="0"/>
              <a:t>Menacée (</a:t>
            </a:r>
            <a:r>
              <a:rPr lang="el-GR" dirty="0"/>
              <a:t>λ </a:t>
            </a:r>
            <a:r>
              <a:rPr lang="fr-CA" dirty="0"/>
              <a:t>= 0.984)</a:t>
            </a:r>
          </a:p>
          <a:p>
            <a:pPr lvl="1"/>
            <a:r>
              <a:rPr lang="fr-CA" dirty="0"/>
              <a:t>Nulle (</a:t>
            </a:r>
            <a:r>
              <a:rPr lang="el-GR" dirty="0"/>
              <a:t>λ </a:t>
            </a:r>
            <a:r>
              <a:rPr lang="fr-CA" dirty="0"/>
              <a:t>= 1)</a:t>
            </a:r>
          </a:p>
        </p:txBody>
      </p:sp>
      <p:pic>
        <p:nvPicPr>
          <p:cNvPr id="5" name="Image 4">
            <a:extLst>
              <a:ext uri="{FF2B5EF4-FFF2-40B4-BE49-F238E27FC236}">
                <a16:creationId xmlns:a16="http://schemas.microsoft.com/office/drawing/2014/main" id="{F5E6D3CC-F1EF-27B3-F856-FF38AC7241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47842" y="722376"/>
            <a:ext cx="3001916" cy="5772917"/>
          </a:xfrm>
          <a:prstGeom prst="rect">
            <a:avLst/>
          </a:prstGeom>
        </p:spPr>
      </p:pic>
      <p:sp>
        <p:nvSpPr>
          <p:cNvPr id="6" name="ZoneTexte 5">
            <a:extLst>
              <a:ext uri="{FF2B5EF4-FFF2-40B4-BE49-F238E27FC236}">
                <a16:creationId xmlns:a16="http://schemas.microsoft.com/office/drawing/2014/main" id="{6375CB8C-208E-349E-7561-A0A695BD91BD}"/>
              </a:ext>
            </a:extLst>
          </p:cNvPr>
          <p:cNvSpPr txBox="1"/>
          <p:nvPr/>
        </p:nvSpPr>
        <p:spPr>
          <a:xfrm>
            <a:off x="7617523" y="130356"/>
            <a:ext cx="3662553" cy="461665"/>
          </a:xfrm>
          <a:prstGeom prst="rect">
            <a:avLst/>
          </a:prstGeom>
          <a:noFill/>
        </p:spPr>
        <p:txBody>
          <a:bodyPr wrap="square" rtlCol="0">
            <a:spAutoFit/>
          </a:bodyPr>
          <a:lstStyle/>
          <a:p>
            <a:r>
              <a:rPr lang="fr-CA" sz="1200" dirty="0"/>
              <a:t>Tableau 1 : Valeurs de la matrice de Leslie mesurées. Tiré de </a:t>
            </a:r>
            <a:r>
              <a:rPr lang="fr-CA" sz="1200" dirty="0" err="1"/>
              <a:t>Bannester</a:t>
            </a:r>
            <a:r>
              <a:rPr lang="fr-CA" sz="1200" dirty="0"/>
              <a:t>-Marchand et al. (2025). </a:t>
            </a:r>
          </a:p>
        </p:txBody>
      </p:sp>
    </p:spTree>
    <p:extLst>
      <p:ext uri="{BB962C8B-B14F-4D97-AF65-F5344CB8AC3E}">
        <p14:creationId xmlns:p14="http://schemas.microsoft.com/office/powerpoint/2010/main" val="19868040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9" name="Rectangle 18">
            <a:extLst>
              <a:ext uri="{FF2B5EF4-FFF2-40B4-BE49-F238E27FC236}">
                <a16:creationId xmlns:a16="http://schemas.microsoft.com/office/drawing/2014/main" id="{341BFA31-6544-45C2-9DA0-9E1C5E0B19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3A5A10E-A61E-2445-131F-98F4232F9171}"/>
              </a:ext>
            </a:extLst>
          </p:cNvPr>
          <p:cNvSpPr>
            <a:spLocks noGrp="1"/>
          </p:cNvSpPr>
          <p:nvPr>
            <p:ph type="title"/>
          </p:nvPr>
        </p:nvSpPr>
        <p:spPr>
          <a:xfrm>
            <a:off x="695326" y="4742029"/>
            <a:ext cx="10765912" cy="925950"/>
          </a:xfrm>
        </p:spPr>
        <p:txBody>
          <a:bodyPr vert="horz" lIns="91440" tIns="45720" rIns="91440" bIns="45720" rtlCol="0" anchor="t">
            <a:normAutofit/>
          </a:bodyPr>
          <a:lstStyle/>
          <a:p>
            <a:r>
              <a:rPr lang="en-US" sz="5400"/>
              <a:t>Modèle</a:t>
            </a:r>
          </a:p>
        </p:txBody>
      </p:sp>
      <p:pic>
        <p:nvPicPr>
          <p:cNvPr id="10" name="Image 9">
            <a:extLst>
              <a:ext uri="{FF2B5EF4-FFF2-40B4-BE49-F238E27FC236}">
                <a16:creationId xmlns:a16="http://schemas.microsoft.com/office/drawing/2014/main" id="{9D9C65FB-6DB1-A9D5-4232-01BDE010BE4E}"/>
              </a:ext>
            </a:extLst>
          </p:cNvPr>
          <p:cNvPicPr>
            <a:picLocks noChangeAspect="1"/>
          </p:cNvPicPr>
          <p:nvPr/>
        </p:nvPicPr>
        <p:blipFill>
          <a:blip r:embed="rId3"/>
          <a:stretch>
            <a:fillRect/>
          </a:stretch>
        </p:blipFill>
        <p:spPr>
          <a:xfrm>
            <a:off x="800100" y="422072"/>
            <a:ext cx="5134573" cy="3170598"/>
          </a:xfrm>
          <a:prstGeom prst="rect">
            <a:avLst/>
          </a:prstGeom>
        </p:spPr>
      </p:pic>
      <p:pic>
        <p:nvPicPr>
          <p:cNvPr id="7" name="Image 6">
            <a:extLst>
              <a:ext uri="{FF2B5EF4-FFF2-40B4-BE49-F238E27FC236}">
                <a16:creationId xmlns:a16="http://schemas.microsoft.com/office/drawing/2014/main" id="{A7047DCF-1E5A-A37A-7B89-E425EBDB3458}"/>
              </a:ext>
            </a:extLst>
          </p:cNvPr>
          <p:cNvPicPr>
            <a:picLocks noChangeAspect="1"/>
          </p:cNvPicPr>
          <p:nvPr/>
        </p:nvPicPr>
        <p:blipFill>
          <a:blip r:embed="rId4"/>
          <a:stretch>
            <a:fillRect/>
          </a:stretch>
        </p:blipFill>
        <p:spPr>
          <a:xfrm>
            <a:off x="6272812" y="422072"/>
            <a:ext cx="5119088" cy="3161036"/>
          </a:xfrm>
          <a:prstGeom prst="rect">
            <a:avLst/>
          </a:prstGeom>
        </p:spPr>
      </p:pic>
      <p:cxnSp>
        <p:nvCxnSpPr>
          <p:cNvPr id="21" name="Straight Connector 20">
            <a:extLst>
              <a:ext uri="{FF2B5EF4-FFF2-40B4-BE49-F238E27FC236}">
                <a16:creationId xmlns:a16="http://schemas.microsoft.com/office/drawing/2014/main" id="{DC36F877-5419-44C1-A2CD-376BDDDC3E4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4667603"/>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ZoneTexte 2">
            <a:extLst>
              <a:ext uri="{FF2B5EF4-FFF2-40B4-BE49-F238E27FC236}">
                <a16:creationId xmlns:a16="http://schemas.microsoft.com/office/drawing/2014/main" id="{76DBA5CA-9694-DA50-372E-DE9E5298136C}"/>
              </a:ext>
            </a:extLst>
          </p:cNvPr>
          <p:cNvSpPr txBox="1"/>
          <p:nvPr/>
        </p:nvSpPr>
        <p:spPr>
          <a:xfrm>
            <a:off x="782382" y="3670239"/>
            <a:ext cx="5295900" cy="646331"/>
          </a:xfrm>
          <a:prstGeom prst="rect">
            <a:avLst/>
          </a:prstGeom>
          <a:noFill/>
        </p:spPr>
        <p:txBody>
          <a:bodyPr wrap="square" rtlCol="0">
            <a:spAutoFit/>
          </a:bodyPr>
          <a:lstStyle/>
          <a:p>
            <a:pPr algn="just"/>
            <a:r>
              <a:rPr lang="fr-CA" sz="1200"/>
              <a:t>Figure 2 : Exemples de distributions Beta selon des valeurs de Beta utilisées dans notre analyse. Le paramètre Alpha est déterminé selon </a:t>
            </a:r>
          </a:p>
          <a:p>
            <a:pPr algn="just"/>
            <a:r>
              <a:rPr lang="fr-CA" sz="1200"/>
              <a:t>(</a:t>
            </a:r>
            <a:r>
              <a:rPr lang="fr-CA" sz="1200" err="1"/>
              <a:t>Survie</a:t>
            </a:r>
            <a:r>
              <a:rPr lang="fr-CA" sz="1200" baseline="-25000" err="1"/>
              <a:t>stade</a:t>
            </a:r>
            <a:r>
              <a:rPr lang="fr-CA" sz="1200"/>
              <a:t> * Beta) / (1 – </a:t>
            </a:r>
            <a:r>
              <a:rPr lang="fr-CA" sz="1200" err="1"/>
              <a:t>Survie</a:t>
            </a:r>
            <a:r>
              <a:rPr lang="fr-CA" sz="1200" baseline="-25000" err="1"/>
              <a:t>stade</a:t>
            </a:r>
            <a:r>
              <a:rPr lang="fr-CA" sz="1200"/>
              <a:t>)</a:t>
            </a:r>
          </a:p>
        </p:txBody>
      </p:sp>
      <p:sp>
        <p:nvSpPr>
          <p:cNvPr id="4" name="ZoneTexte 3">
            <a:extLst>
              <a:ext uri="{FF2B5EF4-FFF2-40B4-BE49-F238E27FC236}">
                <a16:creationId xmlns:a16="http://schemas.microsoft.com/office/drawing/2014/main" id="{0975B400-8C59-591A-0177-77A6A072BEDE}"/>
              </a:ext>
            </a:extLst>
          </p:cNvPr>
          <p:cNvSpPr txBox="1"/>
          <p:nvPr/>
        </p:nvSpPr>
        <p:spPr>
          <a:xfrm>
            <a:off x="6272812" y="3654103"/>
            <a:ext cx="5119088" cy="461665"/>
          </a:xfrm>
          <a:prstGeom prst="rect">
            <a:avLst/>
          </a:prstGeom>
          <a:noFill/>
        </p:spPr>
        <p:txBody>
          <a:bodyPr wrap="square" rtlCol="0">
            <a:spAutoFit/>
          </a:bodyPr>
          <a:lstStyle/>
          <a:p>
            <a:pPr algn="just"/>
            <a:r>
              <a:rPr lang="fr-CA" sz="1200"/>
              <a:t>Figure 3 : Exemple de distribution normale d’écart-type égal à 0,25, tel qu’utilisé dans un but de stochasticité de la fécondité dans notre modèle</a:t>
            </a:r>
          </a:p>
        </p:txBody>
      </p:sp>
    </p:spTree>
    <p:extLst>
      <p:ext uri="{BB962C8B-B14F-4D97-AF65-F5344CB8AC3E}">
        <p14:creationId xmlns:p14="http://schemas.microsoft.com/office/powerpoint/2010/main" val="39433597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FF627C6-6D47-1F1B-D2BE-90211DF917C7}"/>
              </a:ext>
            </a:extLst>
          </p:cNvPr>
          <p:cNvSpPr>
            <a:spLocks noGrp="1"/>
          </p:cNvSpPr>
          <p:nvPr>
            <p:ph type="title"/>
          </p:nvPr>
        </p:nvSpPr>
        <p:spPr/>
        <p:txBody>
          <a:bodyPr/>
          <a:lstStyle/>
          <a:p>
            <a:r>
              <a:rPr lang="fr-CA" dirty="0"/>
              <a:t>Résultats</a:t>
            </a:r>
          </a:p>
        </p:txBody>
      </p:sp>
      <p:pic>
        <p:nvPicPr>
          <p:cNvPr id="7" name="Image 6">
            <a:extLst>
              <a:ext uri="{FF2B5EF4-FFF2-40B4-BE49-F238E27FC236}">
                <a16:creationId xmlns:a16="http://schemas.microsoft.com/office/drawing/2014/main" id="{E414B00F-B7F2-AE14-2AD2-468F405D93D9}"/>
              </a:ext>
            </a:extLst>
          </p:cNvPr>
          <p:cNvPicPr>
            <a:picLocks noChangeAspect="1"/>
          </p:cNvPicPr>
          <p:nvPr/>
        </p:nvPicPr>
        <p:blipFill>
          <a:blip r:embed="rId3"/>
          <a:stretch>
            <a:fillRect/>
          </a:stretch>
        </p:blipFill>
        <p:spPr>
          <a:xfrm>
            <a:off x="5060418" y="908962"/>
            <a:ext cx="2857897" cy="5034637"/>
          </a:xfrm>
          <a:prstGeom prst="rect">
            <a:avLst/>
          </a:prstGeom>
        </p:spPr>
      </p:pic>
      <p:pic>
        <p:nvPicPr>
          <p:cNvPr id="11" name="Image 10">
            <a:extLst>
              <a:ext uri="{FF2B5EF4-FFF2-40B4-BE49-F238E27FC236}">
                <a16:creationId xmlns:a16="http://schemas.microsoft.com/office/drawing/2014/main" id="{D1417A4E-6B8F-61D8-4975-C6885ADDFC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39913" y="908962"/>
            <a:ext cx="2769050" cy="5034637"/>
          </a:xfrm>
          <a:prstGeom prst="rect">
            <a:avLst/>
          </a:prstGeom>
        </p:spPr>
      </p:pic>
      <p:sp>
        <p:nvSpPr>
          <p:cNvPr id="12" name="ZoneTexte 11">
            <a:extLst>
              <a:ext uri="{FF2B5EF4-FFF2-40B4-BE49-F238E27FC236}">
                <a16:creationId xmlns:a16="http://schemas.microsoft.com/office/drawing/2014/main" id="{3A09E5BF-F72A-1A2E-E135-EC770726F1C8}"/>
              </a:ext>
            </a:extLst>
          </p:cNvPr>
          <p:cNvSpPr txBox="1"/>
          <p:nvPr/>
        </p:nvSpPr>
        <p:spPr>
          <a:xfrm>
            <a:off x="800100" y="1902786"/>
            <a:ext cx="3677381" cy="3046988"/>
          </a:xfrm>
          <a:prstGeom prst="rect">
            <a:avLst/>
          </a:prstGeom>
          <a:noFill/>
        </p:spPr>
        <p:txBody>
          <a:bodyPr wrap="square" rtlCol="0">
            <a:spAutoFit/>
          </a:bodyPr>
          <a:lstStyle/>
          <a:p>
            <a:pPr algn="just"/>
            <a:r>
              <a:rPr lang="fr-CA" sz="1600" noProof="0" dirty="0"/>
              <a:t>Figure </a:t>
            </a:r>
            <a:r>
              <a:rPr lang="fr-CA" sz="1600"/>
              <a:t>4</a:t>
            </a:r>
            <a:r>
              <a:rPr lang="fr-CA" sz="1600" noProof="0" dirty="0"/>
              <a:t> : À gauche, résultats de l’étude de </a:t>
            </a:r>
            <a:r>
              <a:rPr lang="fr-CA" sz="1600" noProof="0" dirty="0" err="1"/>
              <a:t>Bannester</a:t>
            </a:r>
            <a:r>
              <a:rPr lang="fr-CA" sz="1600" noProof="0" dirty="0"/>
              <a:t>-Marchand et al. (2025), à droite, résultats de notre analyse. Est représenté : Abondance médiane de chevaliers cuivrés, basées sur 5000 itérations stochastiques pour les scénarios (a) nulle, (b) menace, (c) mesurée de notre modèle dynamique. Les enveloppes colorées représentent les intervalles de confiance à 95% ; les lignes pleines les abondances médianes d’individus matures</a:t>
            </a:r>
          </a:p>
        </p:txBody>
      </p:sp>
    </p:spTree>
    <p:extLst>
      <p:ext uri="{BB962C8B-B14F-4D97-AF65-F5344CB8AC3E}">
        <p14:creationId xmlns:p14="http://schemas.microsoft.com/office/powerpoint/2010/main" val="4446770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00D4D-B5FB-0E8C-F409-EE2FA4E17B92}"/>
            </a:ext>
          </a:extLst>
        </p:cNvPr>
        <p:cNvGrpSpPr/>
        <p:nvPr/>
      </p:nvGrpSpPr>
      <p:grpSpPr>
        <a:xfrm>
          <a:off x="0" y="0"/>
          <a:ext cx="0" cy="0"/>
          <a:chOff x="0" y="0"/>
          <a:chExt cx="0" cy="0"/>
        </a:xfrm>
      </p:grpSpPr>
      <p:sp>
        <p:nvSpPr>
          <p:cNvPr id="12" name="ZoneTexte 11">
            <a:extLst>
              <a:ext uri="{FF2B5EF4-FFF2-40B4-BE49-F238E27FC236}">
                <a16:creationId xmlns:a16="http://schemas.microsoft.com/office/drawing/2014/main" id="{1E7DC136-65ED-D17F-5DEC-2F90924CF09D}"/>
              </a:ext>
            </a:extLst>
          </p:cNvPr>
          <p:cNvSpPr txBox="1"/>
          <p:nvPr/>
        </p:nvSpPr>
        <p:spPr>
          <a:xfrm>
            <a:off x="1295400" y="4936931"/>
            <a:ext cx="9601200" cy="1077218"/>
          </a:xfrm>
          <a:prstGeom prst="rect">
            <a:avLst/>
          </a:prstGeom>
          <a:noFill/>
        </p:spPr>
        <p:txBody>
          <a:bodyPr wrap="square" rtlCol="0">
            <a:spAutoFit/>
          </a:bodyPr>
          <a:lstStyle/>
          <a:p>
            <a:pPr algn="just"/>
            <a:r>
              <a:rPr lang="fr-CA" sz="1600" noProof="0" dirty="0"/>
              <a:t>Figure </a:t>
            </a:r>
            <a:r>
              <a:rPr lang="fr-CA" sz="1600" noProof="0"/>
              <a:t>5</a:t>
            </a:r>
            <a:r>
              <a:rPr lang="fr-CA" sz="1600" noProof="0" dirty="0"/>
              <a:t> : À gauche, résultats de l’étude de </a:t>
            </a:r>
            <a:r>
              <a:rPr lang="fr-CA" sz="1600" noProof="0" dirty="0" err="1"/>
              <a:t>Bannester</a:t>
            </a:r>
            <a:r>
              <a:rPr lang="fr-CA" sz="1600" noProof="0" dirty="0"/>
              <a:t>-Marchand et al. (2025), à droite, résultats de notre analyse. Est représenté : Les probabilités que les chevaliers cuivrés tombent sous un seuil de population dans les prochaines 100 ans, basé sur nos scénarios dynamique stochastiques de population. Lignes : médiane de 5000 itérations; enveloppes colorées : 70% </a:t>
            </a:r>
            <a:r>
              <a:rPr lang="fr-CA" sz="1600" noProof="0" dirty="0" err="1"/>
              <a:t>ICs</a:t>
            </a:r>
            <a:endParaRPr lang="fr-CA" sz="1600" noProof="0" dirty="0"/>
          </a:p>
        </p:txBody>
      </p:sp>
      <p:pic>
        <p:nvPicPr>
          <p:cNvPr id="4" name="Image 3">
            <a:extLst>
              <a:ext uri="{FF2B5EF4-FFF2-40B4-BE49-F238E27FC236}">
                <a16:creationId xmlns:a16="http://schemas.microsoft.com/office/drawing/2014/main" id="{C3B9B1F3-DBD8-3F0B-E141-48009D6B01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74208" y="1030628"/>
            <a:ext cx="4489676" cy="3741396"/>
          </a:xfrm>
          <a:prstGeom prst="rect">
            <a:avLst/>
          </a:prstGeom>
        </p:spPr>
      </p:pic>
      <p:pic>
        <p:nvPicPr>
          <p:cNvPr id="13" name="Image 12">
            <a:extLst>
              <a:ext uri="{FF2B5EF4-FFF2-40B4-BE49-F238E27FC236}">
                <a16:creationId xmlns:a16="http://schemas.microsoft.com/office/drawing/2014/main" id="{C705A886-BFDB-824D-0E37-7B8094A21002}"/>
              </a:ext>
            </a:extLst>
          </p:cNvPr>
          <p:cNvPicPr>
            <a:picLocks noChangeAspect="1"/>
          </p:cNvPicPr>
          <p:nvPr/>
        </p:nvPicPr>
        <p:blipFill>
          <a:blip r:embed="rId4"/>
          <a:stretch>
            <a:fillRect/>
          </a:stretch>
        </p:blipFill>
        <p:spPr>
          <a:xfrm>
            <a:off x="1507787" y="1030628"/>
            <a:ext cx="4410006" cy="3738169"/>
          </a:xfrm>
          <a:prstGeom prst="rect">
            <a:avLst/>
          </a:prstGeom>
        </p:spPr>
      </p:pic>
    </p:spTree>
    <p:extLst>
      <p:ext uri="{BB962C8B-B14F-4D97-AF65-F5344CB8AC3E}">
        <p14:creationId xmlns:p14="http://schemas.microsoft.com/office/powerpoint/2010/main" val="11625067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1FA62-BF98-FBB0-D20E-CDA7D1E5D981}"/>
            </a:ext>
          </a:extLst>
        </p:cNvPr>
        <p:cNvGrpSpPr/>
        <p:nvPr/>
      </p:nvGrpSpPr>
      <p:grpSpPr>
        <a:xfrm>
          <a:off x="0" y="0"/>
          <a:ext cx="0" cy="0"/>
          <a:chOff x="0" y="0"/>
          <a:chExt cx="0" cy="0"/>
        </a:xfrm>
      </p:grpSpPr>
      <p:sp>
        <p:nvSpPr>
          <p:cNvPr id="12" name="ZoneTexte 11">
            <a:extLst>
              <a:ext uri="{FF2B5EF4-FFF2-40B4-BE49-F238E27FC236}">
                <a16:creationId xmlns:a16="http://schemas.microsoft.com/office/drawing/2014/main" id="{C9FAF4E8-FBA0-C1B3-18B7-2833B15C2E5C}"/>
              </a:ext>
            </a:extLst>
          </p:cNvPr>
          <p:cNvSpPr txBox="1"/>
          <p:nvPr/>
        </p:nvSpPr>
        <p:spPr>
          <a:xfrm>
            <a:off x="1295400" y="4852863"/>
            <a:ext cx="9601200" cy="1077218"/>
          </a:xfrm>
          <a:prstGeom prst="rect">
            <a:avLst/>
          </a:prstGeom>
          <a:noFill/>
        </p:spPr>
        <p:txBody>
          <a:bodyPr wrap="square" rtlCol="0">
            <a:spAutoFit/>
          </a:bodyPr>
          <a:lstStyle/>
          <a:p>
            <a:pPr algn="just"/>
            <a:r>
              <a:rPr lang="fr-CA" sz="1600" noProof="0" dirty="0"/>
              <a:t>Figure </a:t>
            </a:r>
            <a:r>
              <a:rPr lang="fr-CA" sz="1600" noProof="0"/>
              <a:t>6</a:t>
            </a:r>
            <a:r>
              <a:rPr lang="fr-CA" sz="1600" noProof="0" dirty="0"/>
              <a:t> : À gauche, résultats de l’étude de </a:t>
            </a:r>
            <a:r>
              <a:rPr lang="fr-CA" sz="1600" noProof="0" dirty="0" err="1"/>
              <a:t>Bannester</a:t>
            </a:r>
            <a:r>
              <a:rPr lang="fr-CA" sz="1600" noProof="0" dirty="0"/>
              <a:t>-Marchand et al. (2025), à droite, résultats de notre analyse. Est représenté :</a:t>
            </a:r>
            <a:r>
              <a:rPr lang="fr-CA" sz="1600" dirty="0"/>
              <a:t> L’effet d’augmenter l’ensemencement de larves, alevins, individus d’âges 1, et individus matures (âge 10) sur l’abondance de chevaliers matures sur 100 ans dans notre scénario mesuré. Lors de l’application aux scénarios nulles et menacés, les résultats étaient indistinguables de ceux présentés.</a:t>
            </a:r>
          </a:p>
        </p:txBody>
      </p:sp>
      <p:pic>
        <p:nvPicPr>
          <p:cNvPr id="6" name="Image 5">
            <a:extLst>
              <a:ext uri="{FF2B5EF4-FFF2-40B4-BE49-F238E27FC236}">
                <a16:creationId xmlns:a16="http://schemas.microsoft.com/office/drawing/2014/main" id="{57A977B4-F0B7-1A94-5F50-6DB61D43BE7B}"/>
              </a:ext>
            </a:extLst>
          </p:cNvPr>
          <p:cNvPicPr>
            <a:picLocks noChangeAspect="1"/>
          </p:cNvPicPr>
          <p:nvPr/>
        </p:nvPicPr>
        <p:blipFill>
          <a:blip r:embed="rId3"/>
          <a:stretch>
            <a:fillRect/>
          </a:stretch>
        </p:blipFill>
        <p:spPr>
          <a:xfrm>
            <a:off x="1133475" y="1149359"/>
            <a:ext cx="4962525" cy="3417648"/>
          </a:xfrm>
          <a:prstGeom prst="rect">
            <a:avLst/>
          </a:prstGeom>
        </p:spPr>
      </p:pic>
      <p:pic>
        <p:nvPicPr>
          <p:cNvPr id="10" name="Image 9">
            <a:extLst>
              <a:ext uri="{FF2B5EF4-FFF2-40B4-BE49-F238E27FC236}">
                <a16:creationId xmlns:a16="http://schemas.microsoft.com/office/drawing/2014/main" id="{8F3BD6FE-B164-B9F2-09BB-32BB144C5117}"/>
              </a:ext>
            </a:extLst>
          </p:cNvPr>
          <p:cNvPicPr>
            <a:picLocks noChangeAspect="1"/>
          </p:cNvPicPr>
          <p:nvPr/>
        </p:nvPicPr>
        <p:blipFill>
          <a:blip r:embed="rId4">
            <a:extLst>
              <a:ext uri="{28A0092B-C50C-407E-A947-70E740481C1C}">
                <a14:useLocalDpi xmlns:a14="http://schemas.microsoft.com/office/drawing/2010/main" val="0"/>
              </a:ext>
            </a:extLst>
          </a:blip>
          <a:srcRect t="7092"/>
          <a:stretch>
            <a:fillRect/>
          </a:stretch>
        </p:blipFill>
        <p:spPr>
          <a:xfrm>
            <a:off x="6096000" y="927919"/>
            <a:ext cx="5222494" cy="3639088"/>
          </a:xfrm>
          <a:prstGeom prst="rect">
            <a:avLst/>
          </a:prstGeom>
        </p:spPr>
      </p:pic>
    </p:spTree>
    <p:extLst>
      <p:ext uri="{BB962C8B-B14F-4D97-AF65-F5344CB8AC3E}">
        <p14:creationId xmlns:p14="http://schemas.microsoft.com/office/powerpoint/2010/main" val="40736451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602546B-6E81-B2EF-AF4D-70A2BABCE52E}"/>
              </a:ext>
            </a:extLst>
          </p:cNvPr>
          <p:cNvSpPr>
            <a:spLocks noGrp="1"/>
          </p:cNvSpPr>
          <p:nvPr>
            <p:ph type="title"/>
          </p:nvPr>
        </p:nvSpPr>
        <p:spPr/>
        <p:txBody>
          <a:bodyPr/>
          <a:lstStyle/>
          <a:p>
            <a:r>
              <a:rPr lang="fr-CA"/>
              <a:t>Discussion</a:t>
            </a:r>
          </a:p>
        </p:txBody>
      </p:sp>
      <p:sp>
        <p:nvSpPr>
          <p:cNvPr id="3" name="Espace réservé du contenu 2">
            <a:extLst>
              <a:ext uri="{FF2B5EF4-FFF2-40B4-BE49-F238E27FC236}">
                <a16:creationId xmlns:a16="http://schemas.microsoft.com/office/drawing/2014/main" id="{7C8FECE2-37AA-AFF5-7D1E-A6F3BA91F380}"/>
              </a:ext>
            </a:extLst>
          </p:cNvPr>
          <p:cNvSpPr>
            <a:spLocks noGrp="1"/>
          </p:cNvSpPr>
          <p:nvPr>
            <p:ph idx="1"/>
          </p:nvPr>
        </p:nvSpPr>
        <p:spPr/>
        <p:txBody>
          <a:bodyPr vert="horz" lIns="91440" tIns="45720" rIns="91440" bIns="45720" rtlCol="0" anchor="t">
            <a:normAutofit/>
          </a:bodyPr>
          <a:lstStyle/>
          <a:p>
            <a:pPr>
              <a:lnSpc>
                <a:spcPct val="200000"/>
              </a:lnSpc>
            </a:pPr>
            <a:r>
              <a:rPr lang="fr-CA"/>
              <a:t>Augmenter ensemencement niveau proposé par Bernatchez (2004) = effet négligeable</a:t>
            </a:r>
          </a:p>
          <a:p>
            <a:pPr>
              <a:lnSpc>
                <a:spcPct val="200000"/>
              </a:lnSpc>
            </a:pPr>
            <a:r>
              <a:rPr lang="fr-CA"/>
              <a:t>Recommandation à mettre en place : ensemencement d’individus plus âgés (en plus)</a:t>
            </a:r>
          </a:p>
          <a:p>
            <a:pPr>
              <a:lnSpc>
                <a:spcPct val="200000"/>
              </a:lnSpc>
            </a:pPr>
            <a:r>
              <a:rPr lang="fr-CA"/>
              <a:t>Ensemencement d’âge 10 = théoriquement le mieux, mais…</a:t>
            </a:r>
            <a:br>
              <a:rPr lang="fr-CA"/>
            </a:br>
            <a:r>
              <a:rPr lang="fr-CA"/>
              <a:t> possibilité de phénotype ou comportements mal adaptés (Roberts et al., 2011)</a:t>
            </a:r>
          </a:p>
          <a:p>
            <a:pPr>
              <a:lnSpc>
                <a:spcPct val="200000"/>
              </a:lnSpc>
            </a:pPr>
            <a:endParaRPr lang="fr-CA"/>
          </a:p>
        </p:txBody>
      </p:sp>
    </p:spTree>
    <p:extLst>
      <p:ext uri="{BB962C8B-B14F-4D97-AF65-F5344CB8AC3E}">
        <p14:creationId xmlns:p14="http://schemas.microsoft.com/office/powerpoint/2010/main" val="4007725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F710FDB-0919-493E-8539-8240C23F1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E94E064B-C271-D942-847D-C57AA49309EB}"/>
              </a:ext>
            </a:extLst>
          </p:cNvPr>
          <p:cNvSpPr>
            <a:spLocks noGrp="1"/>
          </p:cNvSpPr>
          <p:nvPr>
            <p:ph type="title"/>
          </p:nvPr>
        </p:nvSpPr>
        <p:spPr>
          <a:xfrm>
            <a:off x="704087" y="559063"/>
            <a:ext cx="3306747" cy="5256025"/>
          </a:xfrm>
        </p:spPr>
        <p:txBody>
          <a:bodyPr>
            <a:normAutofit/>
          </a:bodyPr>
          <a:lstStyle/>
          <a:p>
            <a:r>
              <a:rPr lang="fr-CA" sz="3600"/>
              <a:t>Impact sur la conservation</a:t>
            </a:r>
          </a:p>
        </p:txBody>
      </p:sp>
      <p:sp>
        <p:nvSpPr>
          <p:cNvPr id="3" name="Espace réservé du contenu 2">
            <a:extLst>
              <a:ext uri="{FF2B5EF4-FFF2-40B4-BE49-F238E27FC236}">
                <a16:creationId xmlns:a16="http://schemas.microsoft.com/office/drawing/2014/main" id="{985811B9-89CF-1E2E-CD4B-69C7E3D221C2}"/>
              </a:ext>
            </a:extLst>
          </p:cNvPr>
          <p:cNvSpPr>
            <a:spLocks noGrp="1"/>
          </p:cNvSpPr>
          <p:nvPr>
            <p:ph idx="1"/>
          </p:nvPr>
        </p:nvSpPr>
        <p:spPr>
          <a:xfrm>
            <a:off x="4643022" y="622249"/>
            <a:ext cx="6844892" cy="5639712"/>
          </a:xfrm>
        </p:spPr>
        <p:txBody>
          <a:bodyPr>
            <a:normAutofit/>
          </a:bodyPr>
          <a:lstStyle/>
          <a:p>
            <a:pPr>
              <a:lnSpc>
                <a:spcPct val="200000"/>
              </a:lnSpc>
            </a:pPr>
            <a:r>
              <a:rPr lang="fr-CA" dirty="0"/>
              <a:t>Ensemencement encore nécessaire pour l’instant (Figure </a:t>
            </a:r>
            <a:r>
              <a:rPr lang="fr-CA"/>
              <a:t>4</a:t>
            </a:r>
            <a:r>
              <a:rPr lang="fr-CA" dirty="0"/>
              <a:t>)</a:t>
            </a:r>
          </a:p>
          <a:p>
            <a:pPr marL="0" indent="0">
              <a:lnSpc>
                <a:spcPct val="200000"/>
              </a:lnSpc>
              <a:buNone/>
            </a:pPr>
            <a:endParaRPr lang="fr-CA" dirty="0"/>
          </a:p>
          <a:p>
            <a:pPr>
              <a:lnSpc>
                <a:spcPct val="200000"/>
              </a:lnSpc>
            </a:pPr>
            <a:r>
              <a:rPr lang="fr-CA" dirty="0"/>
              <a:t>Déclin potentiel de 80% selon nos résultats donc confirme statut en voie de disparition</a:t>
            </a:r>
          </a:p>
          <a:p>
            <a:pPr lvl="1">
              <a:lnSpc>
                <a:spcPct val="200000"/>
              </a:lnSpc>
            </a:pPr>
            <a:r>
              <a:rPr lang="fr-CA" sz="2000" dirty="0"/>
              <a:t>Donc action nécessaire</a:t>
            </a:r>
          </a:p>
        </p:txBody>
      </p:sp>
      <p:cxnSp>
        <p:nvCxnSpPr>
          <p:cNvPr id="10" name="Straight Connector 9">
            <a:extLst>
              <a:ext uri="{FF2B5EF4-FFF2-40B4-BE49-F238E27FC236}">
                <a16:creationId xmlns:a16="http://schemas.microsoft.com/office/drawing/2014/main" id="{0AFF0B6C-73E2-4B40-9280-938C14922C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223541" y="723900"/>
            <a:ext cx="15948" cy="54500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08069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966DD8-8219-CF1B-134B-3A3C1821891D}"/>
              </a:ext>
            </a:extLst>
          </p:cNvPr>
          <p:cNvSpPr>
            <a:spLocks noGrp="1"/>
          </p:cNvSpPr>
          <p:nvPr>
            <p:ph type="title"/>
          </p:nvPr>
        </p:nvSpPr>
        <p:spPr/>
        <p:txBody>
          <a:bodyPr/>
          <a:lstStyle/>
          <a:p>
            <a:r>
              <a:rPr lang="fr-CA"/>
              <a:t>Limitations de l’étude</a:t>
            </a:r>
            <a:endParaRPr lang="fr-CA" dirty="0"/>
          </a:p>
        </p:txBody>
      </p:sp>
      <p:sp>
        <p:nvSpPr>
          <p:cNvPr id="3" name="Espace réservé du contenu 2">
            <a:extLst>
              <a:ext uri="{FF2B5EF4-FFF2-40B4-BE49-F238E27FC236}">
                <a16:creationId xmlns:a16="http://schemas.microsoft.com/office/drawing/2014/main" id="{76E70E93-C46E-8BE3-F6AA-2FF55DA44A33}"/>
              </a:ext>
            </a:extLst>
          </p:cNvPr>
          <p:cNvSpPr>
            <a:spLocks noGrp="1"/>
          </p:cNvSpPr>
          <p:nvPr>
            <p:ph idx="1"/>
          </p:nvPr>
        </p:nvSpPr>
        <p:spPr/>
        <p:txBody>
          <a:bodyPr vert="horz" lIns="91440" tIns="45720" rIns="91440" bIns="45720" rtlCol="0" anchor="t">
            <a:normAutofit/>
          </a:bodyPr>
          <a:lstStyle/>
          <a:p>
            <a:pPr>
              <a:lnSpc>
                <a:spcPct val="200000"/>
              </a:lnSpc>
            </a:pPr>
            <a:r>
              <a:rPr lang="fr-CA"/>
              <a:t>N'inclue pas de facteurs de prédation ou de dégradation de l’habitat</a:t>
            </a:r>
          </a:p>
          <a:p>
            <a:pPr>
              <a:lnSpc>
                <a:spcPct val="200000"/>
              </a:lnSpc>
            </a:pPr>
            <a:r>
              <a:rPr lang="fr-CA" dirty="0"/>
              <a:t>Valeurs stades juvéniles tirées de </a:t>
            </a:r>
            <a:r>
              <a:rPr lang="fr-CA" dirty="0" err="1"/>
              <a:t>Dahlberg</a:t>
            </a:r>
            <a:r>
              <a:rPr lang="fr-CA" dirty="0"/>
              <a:t> (1979) = pas des </a:t>
            </a:r>
            <a:r>
              <a:rPr lang="fr-CA" i="1" dirty="0"/>
              <a:t>M.</a:t>
            </a:r>
            <a:r>
              <a:rPr lang="fr-CA" dirty="0"/>
              <a:t> </a:t>
            </a:r>
            <a:r>
              <a:rPr lang="fr-CA" i="1" dirty="0" err="1"/>
              <a:t>hubbsi</a:t>
            </a:r>
            <a:r>
              <a:rPr lang="fr-CA" i="1" dirty="0"/>
              <a:t> </a:t>
            </a:r>
            <a:r>
              <a:rPr lang="fr-CA" dirty="0"/>
              <a:t>(surestimation possible)</a:t>
            </a:r>
          </a:p>
          <a:p>
            <a:pPr>
              <a:lnSpc>
                <a:spcPct val="200000"/>
              </a:lnSpc>
            </a:pPr>
            <a:r>
              <a:rPr lang="fr-CA"/>
              <a:t>Survie des ensemencements = survie des sauvages</a:t>
            </a:r>
          </a:p>
          <a:p>
            <a:pPr>
              <a:lnSpc>
                <a:spcPct val="200000"/>
              </a:lnSpc>
            </a:pPr>
            <a:r>
              <a:rPr lang="fr-CA"/>
              <a:t>Impossible individus &gt;30 ans</a:t>
            </a:r>
          </a:p>
          <a:p>
            <a:pPr>
              <a:lnSpc>
                <a:spcPct val="200000"/>
              </a:lnSpc>
            </a:pPr>
            <a:r>
              <a:rPr lang="fr-CA"/>
              <a:t>Pas d’impact de la génétique</a:t>
            </a:r>
            <a:endParaRPr lang="fr-CA" dirty="0"/>
          </a:p>
        </p:txBody>
      </p:sp>
    </p:spTree>
    <p:extLst>
      <p:ext uri="{BB962C8B-B14F-4D97-AF65-F5344CB8AC3E}">
        <p14:creationId xmlns:p14="http://schemas.microsoft.com/office/powerpoint/2010/main" val="18967082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1" name="Rectangle 10">
            <a:extLst>
              <a:ext uri="{FF2B5EF4-FFF2-40B4-BE49-F238E27FC236}">
                <a16:creationId xmlns:a16="http://schemas.microsoft.com/office/drawing/2014/main" id="{DEF92653-5D6D-47E6-8744-0DAF76E049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C6592201-F93D-A145-140C-4ED4769B3007}"/>
              </a:ext>
            </a:extLst>
          </p:cNvPr>
          <p:cNvSpPr>
            <a:spLocks noGrp="1"/>
          </p:cNvSpPr>
          <p:nvPr>
            <p:ph type="title"/>
          </p:nvPr>
        </p:nvSpPr>
        <p:spPr>
          <a:xfrm>
            <a:off x="800102" y="960594"/>
            <a:ext cx="5828114" cy="4936812"/>
          </a:xfrm>
        </p:spPr>
        <p:txBody>
          <a:bodyPr vert="horz" lIns="91440" tIns="45720" rIns="91440" bIns="45720" rtlCol="0" anchor="ctr">
            <a:normAutofit/>
          </a:bodyPr>
          <a:lstStyle/>
          <a:p>
            <a:pPr algn="r"/>
            <a:r>
              <a:rPr lang="en-US" sz="6000"/>
              <a:t>Partie 2</a:t>
            </a:r>
          </a:p>
        </p:txBody>
      </p:sp>
      <p:cxnSp>
        <p:nvCxnSpPr>
          <p:cNvPr id="13" name="Straight Connector 12">
            <a:extLst>
              <a:ext uri="{FF2B5EF4-FFF2-40B4-BE49-F238E27FC236}">
                <a16:creationId xmlns:a16="http://schemas.microsoft.com/office/drawing/2014/main" id="{9CA98CE3-81A7-4FFE-A047-9AA65998D87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315200" y="1733549"/>
            <a:ext cx="0" cy="3390901"/>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13593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31C7F8A-0557-FFDE-1AE9-469E5043F96A}"/>
            </a:ext>
          </a:extLst>
        </p:cNvPr>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DEE23635-D68A-9CD7-1CEF-D2ABFA254CC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5C4AC6B-B2EE-A7DF-385F-291C8C677DA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1" name="Rectangle 10">
            <a:extLst>
              <a:ext uri="{FF2B5EF4-FFF2-40B4-BE49-F238E27FC236}">
                <a16:creationId xmlns:a16="http://schemas.microsoft.com/office/drawing/2014/main" id="{5ACD05F8-EE2D-EEE4-4810-8252233899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17A7EB5A-FA1F-F440-F699-BDAE13D981A1}"/>
              </a:ext>
            </a:extLst>
          </p:cNvPr>
          <p:cNvSpPr>
            <a:spLocks noGrp="1"/>
          </p:cNvSpPr>
          <p:nvPr>
            <p:ph type="title"/>
          </p:nvPr>
        </p:nvSpPr>
        <p:spPr>
          <a:xfrm>
            <a:off x="800102" y="960594"/>
            <a:ext cx="5828114" cy="4936812"/>
          </a:xfrm>
        </p:spPr>
        <p:txBody>
          <a:bodyPr vert="horz" lIns="91440" tIns="45720" rIns="91440" bIns="45720" rtlCol="0" anchor="ctr">
            <a:normAutofit/>
          </a:bodyPr>
          <a:lstStyle/>
          <a:p>
            <a:pPr algn="r"/>
            <a:r>
              <a:rPr lang="en-US" sz="6000" dirty="0"/>
              <a:t>Un </a:t>
            </a:r>
            <a:r>
              <a:rPr lang="en-US" sz="6000" dirty="0" err="1"/>
              <a:t>modèle</a:t>
            </a:r>
            <a:r>
              <a:rPr lang="en-US" sz="6000" dirty="0"/>
              <a:t> plus simple </a:t>
            </a:r>
            <a:r>
              <a:rPr lang="en-US" sz="6000" dirty="0" err="1"/>
              <a:t>peut</a:t>
            </a:r>
            <a:r>
              <a:rPr lang="en-US" sz="6000" dirty="0"/>
              <a:t>-il </a:t>
            </a:r>
            <a:r>
              <a:rPr lang="en-US" sz="6000" err="1"/>
              <a:t>représenter</a:t>
            </a:r>
            <a:r>
              <a:rPr lang="en-US" sz="6000" dirty="0"/>
              <a:t> la </a:t>
            </a:r>
            <a:r>
              <a:rPr lang="en-US" sz="6000" dirty="0" err="1"/>
              <a:t>réalité</a:t>
            </a:r>
            <a:r>
              <a:rPr lang="en-US" sz="6000" dirty="0"/>
              <a:t>?</a:t>
            </a:r>
          </a:p>
        </p:txBody>
      </p:sp>
      <p:cxnSp>
        <p:nvCxnSpPr>
          <p:cNvPr id="13" name="Straight Connector 12">
            <a:extLst>
              <a:ext uri="{FF2B5EF4-FFF2-40B4-BE49-F238E27FC236}">
                <a16:creationId xmlns:a16="http://schemas.microsoft.com/office/drawing/2014/main" id="{7AFACF4A-BD98-A79D-280A-35C1F17AC7D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315200" y="1733549"/>
            <a:ext cx="0" cy="3390901"/>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39436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EC2D6A5-520A-776E-E0CF-3651506DA145}"/>
              </a:ext>
            </a:extLst>
          </p:cNvPr>
          <p:cNvSpPr>
            <a:spLocks noGrp="1"/>
          </p:cNvSpPr>
          <p:nvPr>
            <p:ph type="title"/>
          </p:nvPr>
        </p:nvSpPr>
        <p:spPr/>
        <p:txBody>
          <a:bodyPr/>
          <a:lstStyle/>
          <a:p>
            <a:r>
              <a:rPr lang="fr-CA"/>
              <a:t>Méthode</a:t>
            </a:r>
          </a:p>
        </p:txBody>
      </p:sp>
      <p:sp>
        <p:nvSpPr>
          <p:cNvPr id="3" name="Espace réservé du contenu 2">
            <a:extLst>
              <a:ext uri="{FF2B5EF4-FFF2-40B4-BE49-F238E27FC236}">
                <a16:creationId xmlns:a16="http://schemas.microsoft.com/office/drawing/2014/main" id="{38AAA12E-716D-5899-9938-9C062F7A14B4}"/>
              </a:ext>
            </a:extLst>
          </p:cNvPr>
          <p:cNvSpPr>
            <a:spLocks noGrp="1"/>
          </p:cNvSpPr>
          <p:nvPr>
            <p:ph idx="1"/>
          </p:nvPr>
        </p:nvSpPr>
        <p:spPr/>
        <p:txBody>
          <a:bodyPr/>
          <a:lstStyle/>
          <a:p>
            <a:pPr>
              <a:lnSpc>
                <a:spcPct val="200000"/>
              </a:lnSpc>
            </a:pPr>
            <a:r>
              <a:rPr lang="fr-CA"/>
              <a:t>33 stades → 3 :</a:t>
            </a:r>
          </a:p>
          <a:p>
            <a:pPr lvl="1">
              <a:lnSpc>
                <a:spcPct val="200000"/>
              </a:lnSpc>
            </a:pPr>
            <a:r>
              <a:rPr lang="fr-CA"/>
              <a:t>Juvéniles (stades 1-3)</a:t>
            </a:r>
          </a:p>
          <a:p>
            <a:pPr lvl="1">
              <a:lnSpc>
                <a:spcPct val="200000"/>
              </a:lnSpc>
            </a:pPr>
            <a:r>
              <a:rPr lang="fr-CA"/>
              <a:t>Pré adultes (4-12)</a:t>
            </a:r>
          </a:p>
          <a:p>
            <a:pPr lvl="1">
              <a:lnSpc>
                <a:spcPct val="200000"/>
              </a:lnSpc>
            </a:pPr>
            <a:r>
              <a:rPr lang="fr-CA"/>
              <a:t>Adultes (13-32)</a:t>
            </a:r>
          </a:p>
          <a:p>
            <a:pPr>
              <a:lnSpc>
                <a:spcPct val="200000"/>
              </a:lnSpc>
            </a:pPr>
            <a:r>
              <a:rPr lang="fr-CA"/>
              <a:t>Utilisation de la méthode présentée dans </a:t>
            </a:r>
            <a:r>
              <a:rPr lang="fr-CA" err="1"/>
              <a:t>Hinrichsen</a:t>
            </a:r>
            <a:r>
              <a:rPr lang="fr-CA"/>
              <a:t> et al. (2026)</a:t>
            </a:r>
          </a:p>
        </p:txBody>
      </p:sp>
      <p:pic>
        <p:nvPicPr>
          <p:cNvPr id="5" name="Image 4">
            <a:extLst>
              <a:ext uri="{FF2B5EF4-FFF2-40B4-BE49-F238E27FC236}">
                <a16:creationId xmlns:a16="http://schemas.microsoft.com/office/drawing/2014/main" id="{9685D4F2-40A3-6B20-7AD7-ACCE12A4A00F}"/>
              </a:ext>
            </a:extLst>
          </p:cNvPr>
          <p:cNvPicPr>
            <a:picLocks noChangeAspect="1"/>
          </p:cNvPicPr>
          <p:nvPr/>
        </p:nvPicPr>
        <p:blipFill>
          <a:blip r:embed="rId3"/>
          <a:stretch>
            <a:fillRect/>
          </a:stretch>
        </p:blipFill>
        <p:spPr>
          <a:xfrm>
            <a:off x="6424521" y="3429000"/>
            <a:ext cx="1305107" cy="371527"/>
          </a:xfrm>
          <a:prstGeom prst="rect">
            <a:avLst/>
          </a:prstGeom>
        </p:spPr>
      </p:pic>
      <p:pic>
        <p:nvPicPr>
          <p:cNvPr id="7" name="Image 6">
            <a:extLst>
              <a:ext uri="{FF2B5EF4-FFF2-40B4-BE49-F238E27FC236}">
                <a16:creationId xmlns:a16="http://schemas.microsoft.com/office/drawing/2014/main" id="{BB415FDE-9E57-650D-4644-A3CC764FDA45}"/>
              </a:ext>
            </a:extLst>
          </p:cNvPr>
          <p:cNvPicPr>
            <a:picLocks noChangeAspect="1"/>
          </p:cNvPicPr>
          <p:nvPr/>
        </p:nvPicPr>
        <p:blipFill>
          <a:blip r:embed="rId4"/>
          <a:stretch>
            <a:fillRect/>
          </a:stretch>
        </p:blipFill>
        <p:spPr>
          <a:xfrm>
            <a:off x="8141582" y="3047946"/>
            <a:ext cx="2648320" cy="1133633"/>
          </a:xfrm>
          <a:prstGeom prst="rect">
            <a:avLst/>
          </a:prstGeom>
        </p:spPr>
      </p:pic>
      <p:sp>
        <p:nvSpPr>
          <p:cNvPr id="11" name="Flèche : courbe vers la droite 10">
            <a:extLst>
              <a:ext uri="{FF2B5EF4-FFF2-40B4-BE49-F238E27FC236}">
                <a16:creationId xmlns:a16="http://schemas.microsoft.com/office/drawing/2014/main" id="{7548656C-186D-3220-0CDB-0A482B5D9824}"/>
              </a:ext>
            </a:extLst>
          </p:cNvPr>
          <p:cNvSpPr/>
          <p:nvPr/>
        </p:nvSpPr>
        <p:spPr>
          <a:xfrm rot="13408708">
            <a:off x="8581230" y="4238713"/>
            <a:ext cx="799396" cy="1596650"/>
          </a:xfrm>
          <a:prstGeom prst="curvedRightArrow">
            <a:avLst>
              <a:gd name="adj1" fmla="val 6715"/>
              <a:gd name="adj2" fmla="val 50000"/>
              <a:gd name="adj3" fmla="val 53869"/>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solidFill>
                <a:schemeClr val="tx1"/>
              </a:solidFill>
            </a:endParaRPr>
          </a:p>
        </p:txBody>
      </p:sp>
    </p:spTree>
    <p:extLst>
      <p:ext uri="{BB962C8B-B14F-4D97-AF65-F5344CB8AC3E}">
        <p14:creationId xmlns:p14="http://schemas.microsoft.com/office/powerpoint/2010/main" val="37444803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F1E310-7C7B-1E3D-DBA7-78328792D625}"/>
              </a:ext>
            </a:extLst>
          </p:cNvPr>
          <p:cNvSpPr>
            <a:spLocks noGrp="1"/>
          </p:cNvSpPr>
          <p:nvPr>
            <p:ph type="title"/>
          </p:nvPr>
        </p:nvSpPr>
        <p:spPr/>
        <p:txBody>
          <a:bodyPr/>
          <a:lstStyle/>
          <a:p>
            <a:r>
              <a:rPr lang="fr-CA"/>
              <a:t>Matrices</a:t>
            </a:r>
          </a:p>
        </p:txBody>
      </p:sp>
      <p:sp>
        <p:nvSpPr>
          <p:cNvPr id="3" name="Espace réservé du contenu 2">
            <a:extLst>
              <a:ext uri="{FF2B5EF4-FFF2-40B4-BE49-F238E27FC236}">
                <a16:creationId xmlns:a16="http://schemas.microsoft.com/office/drawing/2014/main" id="{EE1A390D-8519-2554-2768-18698B2C10FF}"/>
              </a:ext>
            </a:extLst>
          </p:cNvPr>
          <p:cNvSpPr>
            <a:spLocks noGrp="1"/>
          </p:cNvSpPr>
          <p:nvPr>
            <p:ph idx="1"/>
          </p:nvPr>
        </p:nvSpPr>
        <p:spPr/>
        <p:txBody>
          <a:bodyPr/>
          <a:lstStyle/>
          <a:p>
            <a:pPr>
              <a:lnSpc>
                <a:spcPct val="200000"/>
              </a:lnSpc>
            </a:pPr>
            <a:r>
              <a:rPr lang="el-GR"/>
              <a:t>λ</a:t>
            </a:r>
            <a:endParaRPr lang="fr-CA"/>
          </a:p>
          <a:p>
            <a:pPr lvl="1">
              <a:lnSpc>
                <a:spcPct val="200000"/>
              </a:lnSpc>
            </a:pPr>
            <a:r>
              <a:rPr lang="fr-CA"/>
              <a:t>Mesurée 0,957 → 0,953</a:t>
            </a:r>
          </a:p>
          <a:p>
            <a:pPr lvl="1">
              <a:lnSpc>
                <a:spcPct val="200000"/>
              </a:lnSpc>
            </a:pPr>
            <a:r>
              <a:rPr lang="fr-CA"/>
              <a:t>Menacée 0,984 → 0,985</a:t>
            </a:r>
          </a:p>
          <a:p>
            <a:pPr lvl="1">
              <a:lnSpc>
                <a:spcPct val="200000"/>
              </a:lnSpc>
            </a:pPr>
            <a:r>
              <a:rPr lang="fr-CA"/>
              <a:t>Nulle 1,002 → 1,003</a:t>
            </a:r>
          </a:p>
          <a:p>
            <a:pPr>
              <a:lnSpc>
                <a:spcPct val="200000"/>
              </a:lnSpc>
            </a:pPr>
            <a:endParaRPr lang="fr-CA"/>
          </a:p>
        </p:txBody>
      </p:sp>
      <p:grpSp>
        <p:nvGrpSpPr>
          <p:cNvPr id="7" name="Groupe 6">
            <a:extLst>
              <a:ext uri="{FF2B5EF4-FFF2-40B4-BE49-F238E27FC236}">
                <a16:creationId xmlns:a16="http://schemas.microsoft.com/office/drawing/2014/main" id="{31604140-0BE4-E83C-1948-7A6E95F7AEB4}"/>
              </a:ext>
            </a:extLst>
          </p:cNvPr>
          <p:cNvGrpSpPr/>
          <p:nvPr/>
        </p:nvGrpSpPr>
        <p:grpSpPr>
          <a:xfrm>
            <a:off x="5886450" y="2573894"/>
            <a:ext cx="5219700" cy="1352550"/>
            <a:chOff x="5886450" y="2573894"/>
            <a:chExt cx="5219700" cy="1352550"/>
          </a:xfrm>
        </p:grpSpPr>
        <p:sp>
          <p:nvSpPr>
            <p:cNvPr id="4" name="ZoneTexte 3">
              <a:extLst>
                <a:ext uri="{FF2B5EF4-FFF2-40B4-BE49-F238E27FC236}">
                  <a16:creationId xmlns:a16="http://schemas.microsoft.com/office/drawing/2014/main" id="{769DBEF4-FBE0-6D7D-A4A1-31856EB49A5B}"/>
                </a:ext>
              </a:extLst>
            </p:cNvPr>
            <p:cNvSpPr txBox="1"/>
            <p:nvPr/>
          </p:nvSpPr>
          <p:spPr>
            <a:xfrm>
              <a:off x="7343775" y="2789373"/>
              <a:ext cx="3505200" cy="923330"/>
            </a:xfrm>
            <a:prstGeom prst="rect">
              <a:avLst/>
            </a:prstGeom>
            <a:noFill/>
          </p:spPr>
          <p:txBody>
            <a:bodyPr wrap="square" rtlCol="0">
              <a:spAutoFit/>
            </a:bodyPr>
            <a:lstStyle/>
            <a:p>
              <a:r>
                <a:rPr lang="fr-CA"/>
                <a:t>0			0		34157</a:t>
              </a:r>
            </a:p>
            <a:p>
              <a:r>
                <a:rPr lang="fr-CA"/>
                <a:t>1,21*10</a:t>
              </a:r>
              <a:r>
                <a:rPr lang="fr-CA" baseline="30000"/>
                <a:t>-5</a:t>
              </a:r>
              <a:r>
                <a:rPr lang="fr-CA"/>
                <a:t>		0,725	0</a:t>
              </a:r>
            </a:p>
            <a:p>
              <a:r>
                <a:rPr lang="fr-CA"/>
                <a:t>0			0,050	0,905</a:t>
              </a:r>
            </a:p>
          </p:txBody>
        </p:sp>
        <p:sp>
          <p:nvSpPr>
            <p:cNvPr id="5" name="ZoneTexte 4">
              <a:extLst>
                <a:ext uri="{FF2B5EF4-FFF2-40B4-BE49-F238E27FC236}">
                  <a16:creationId xmlns:a16="http://schemas.microsoft.com/office/drawing/2014/main" id="{584A445A-35A4-5CCD-3E0F-1132280B6EBE}"/>
                </a:ext>
              </a:extLst>
            </p:cNvPr>
            <p:cNvSpPr txBox="1"/>
            <p:nvPr/>
          </p:nvSpPr>
          <p:spPr>
            <a:xfrm>
              <a:off x="5886450" y="3059668"/>
              <a:ext cx="1343025" cy="369332"/>
            </a:xfrm>
            <a:prstGeom prst="rect">
              <a:avLst/>
            </a:prstGeom>
            <a:noFill/>
          </p:spPr>
          <p:txBody>
            <a:bodyPr wrap="square" rtlCol="0">
              <a:spAutoFit/>
            </a:bodyPr>
            <a:lstStyle/>
            <a:p>
              <a:r>
                <a:rPr lang="fr-CA"/>
                <a:t>Mesurée =</a:t>
              </a:r>
            </a:p>
          </p:txBody>
        </p:sp>
        <p:sp>
          <p:nvSpPr>
            <p:cNvPr id="6" name="Accolades 5">
              <a:extLst>
                <a:ext uri="{FF2B5EF4-FFF2-40B4-BE49-F238E27FC236}">
                  <a16:creationId xmlns:a16="http://schemas.microsoft.com/office/drawing/2014/main" id="{88AA4DF5-8C2D-2045-0ED6-5A771E6D2A10}"/>
                </a:ext>
              </a:extLst>
            </p:cNvPr>
            <p:cNvSpPr/>
            <p:nvPr/>
          </p:nvSpPr>
          <p:spPr>
            <a:xfrm>
              <a:off x="7134225" y="2573894"/>
              <a:ext cx="3971925" cy="1352550"/>
            </a:xfrm>
            <a:prstGeom prst="brace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CA"/>
            </a:p>
          </p:txBody>
        </p:sp>
      </p:grpSp>
    </p:spTree>
    <p:extLst>
      <p:ext uri="{BB962C8B-B14F-4D97-AF65-F5344CB8AC3E}">
        <p14:creationId xmlns:p14="http://schemas.microsoft.com/office/powerpoint/2010/main" val="37101972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E69A1AE-572E-D5B4-03BD-F325D0A3E202}"/>
              </a:ext>
            </a:extLst>
          </p:cNvPr>
          <p:cNvSpPr>
            <a:spLocks noGrp="1"/>
          </p:cNvSpPr>
          <p:nvPr>
            <p:ph type="title"/>
          </p:nvPr>
        </p:nvSpPr>
        <p:spPr/>
        <p:txBody>
          <a:bodyPr numCol="2"/>
          <a:lstStyle/>
          <a:p>
            <a:r>
              <a:rPr lang="fr-CA"/>
              <a:t>Avantages</a:t>
            </a:r>
            <a:br>
              <a:rPr lang="fr-CA"/>
            </a:br>
            <a:r>
              <a:rPr lang="fr-CA"/>
              <a:t>Désavantages	</a:t>
            </a:r>
          </a:p>
        </p:txBody>
      </p:sp>
      <p:sp>
        <p:nvSpPr>
          <p:cNvPr id="3" name="Espace réservé du contenu 2">
            <a:extLst>
              <a:ext uri="{FF2B5EF4-FFF2-40B4-BE49-F238E27FC236}">
                <a16:creationId xmlns:a16="http://schemas.microsoft.com/office/drawing/2014/main" id="{FC01AAB4-81AB-D42D-04AB-96781CB6AC94}"/>
              </a:ext>
            </a:extLst>
          </p:cNvPr>
          <p:cNvSpPr>
            <a:spLocks noGrp="1"/>
          </p:cNvSpPr>
          <p:nvPr>
            <p:ph idx="1"/>
          </p:nvPr>
        </p:nvSpPr>
        <p:spPr/>
        <p:txBody>
          <a:bodyPr numCol="2"/>
          <a:lstStyle/>
          <a:p>
            <a:pPr>
              <a:lnSpc>
                <a:spcPct val="200000"/>
              </a:lnSpc>
            </a:pPr>
            <a:r>
              <a:rPr lang="fr-CA"/>
              <a:t>Modification du calcul de la fécondité</a:t>
            </a:r>
          </a:p>
          <a:p>
            <a:pPr>
              <a:lnSpc>
                <a:spcPct val="200000"/>
              </a:lnSpc>
            </a:pPr>
            <a:r>
              <a:rPr lang="fr-CA"/>
              <a:t>Possibilité d’individus plus âgés que 30</a:t>
            </a:r>
          </a:p>
          <a:p>
            <a:pPr>
              <a:lnSpc>
                <a:spcPct val="200000"/>
              </a:lnSpc>
            </a:pPr>
            <a:r>
              <a:rPr lang="fr-CA"/>
              <a:t>Simplification</a:t>
            </a:r>
          </a:p>
          <a:p>
            <a:pPr>
              <a:lnSpc>
                <a:spcPct val="200000"/>
              </a:lnSpc>
            </a:pPr>
            <a:r>
              <a:rPr lang="fr-CA"/>
              <a:t>Diminution des incertitudes</a:t>
            </a:r>
          </a:p>
          <a:p>
            <a:pPr marL="0" indent="0">
              <a:lnSpc>
                <a:spcPct val="200000"/>
              </a:lnSpc>
              <a:buNone/>
            </a:pPr>
            <a:endParaRPr lang="fr-CA"/>
          </a:p>
          <a:p>
            <a:pPr>
              <a:lnSpc>
                <a:spcPct val="200000"/>
              </a:lnSpc>
            </a:pPr>
            <a:r>
              <a:rPr lang="fr-CA"/>
              <a:t>Perte d’information</a:t>
            </a:r>
          </a:p>
        </p:txBody>
      </p:sp>
    </p:spTree>
    <p:extLst>
      <p:ext uri="{BB962C8B-B14F-4D97-AF65-F5344CB8AC3E}">
        <p14:creationId xmlns:p14="http://schemas.microsoft.com/office/powerpoint/2010/main" val="11646789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94F7A99C-0ACF-5557-9578-B80FE0D75B77}"/>
              </a:ext>
            </a:extLst>
          </p:cNvPr>
          <p:cNvSpPr>
            <a:spLocks noGrp="1"/>
          </p:cNvSpPr>
          <p:nvPr>
            <p:ph type="title"/>
          </p:nvPr>
        </p:nvSpPr>
        <p:spPr>
          <a:xfrm>
            <a:off x="685800" y="899024"/>
            <a:ext cx="3076032" cy="3914947"/>
          </a:xfrm>
        </p:spPr>
        <p:txBody>
          <a:bodyPr vert="horz" lIns="91440" tIns="45720" rIns="91440" bIns="45720" rtlCol="0" anchor="t">
            <a:normAutofit/>
          </a:bodyPr>
          <a:lstStyle/>
          <a:p>
            <a:r>
              <a:rPr lang="en-US"/>
              <a:t>Résultats</a:t>
            </a:r>
          </a:p>
        </p:txBody>
      </p:sp>
      <p:cxnSp>
        <p:nvCxnSpPr>
          <p:cNvPr id="16" name="Straight Connector 15">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3716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Espace réservé du contenu 4">
            <a:extLst>
              <a:ext uri="{FF2B5EF4-FFF2-40B4-BE49-F238E27FC236}">
                <a16:creationId xmlns:a16="http://schemas.microsoft.com/office/drawing/2014/main" id="{DEB15709-306B-BF61-202F-0B24322B33A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704728" y="1071283"/>
            <a:ext cx="2705100" cy="5410200"/>
          </a:xfrm>
          <a:prstGeom prst="rect">
            <a:avLst/>
          </a:prstGeom>
        </p:spPr>
      </p:pic>
      <p:pic>
        <p:nvPicPr>
          <p:cNvPr id="4" name="Image 3">
            <a:extLst>
              <a:ext uri="{FF2B5EF4-FFF2-40B4-BE49-F238E27FC236}">
                <a16:creationId xmlns:a16="http://schemas.microsoft.com/office/drawing/2014/main" id="{CE13E1AA-574C-9647-8090-2359241D256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28942" y="1133079"/>
            <a:ext cx="2993167" cy="5426842"/>
          </a:xfrm>
          <a:prstGeom prst="rect">
            <a:avLst/>
          </a:prstGeom>
        </p:spPr>
      </p:pic>
      <p:sp>
        <p:nvSpPr>
          <p:cNvPr id="7" name="ZoneTexte 6">
            <a:extLst>
              <a:ext uri="{FF2B5EF4-FFF2-40B4-BE49-F238E27FC236}">
                <a16:creationId xmlns:a16="http://schemas.microsoft.com/office/drawing/2014/main" id="{0CFDC0D7-A429-9AC3-FCDF-757E320C4F4F}"/>
              </a:ext>
            </a:extLst>
          </p:cNvPr>
          <p:cNvSpPr txBox="1"/>
          <p:nvPr/>
        </p:nvSpPr>
        <p:spPr>
          <a:xfrm>
            <a:off x="800100" y="1902786"/>
            <a:ext cx="3677381" cy="3293209"/>
          </a:xfrm>
          <a:prstGeom prst="rect">
            <a:avLst/>
          </a:prstGeom>
          <a:noFill/>
        </p:spPr>
        <p:txBody>
          <a:bodyPr wrap="square" lIns="91440" tIns="45720" rIns="91440" bIns="45720" rtlCol="0" anchor="t">
            <a:spAutoFit/>
          </a:bodyPr>
          <a:lstStyle/>
          <a:p>
            <a:pPr algn="just"/>
            <a:r>
              <a:rPr lang="fr-CA" sz="1600" noProof="0"/>
              <a:t>Figure </a:t>
            </a:r>
            <a:r>
              <a:rPr lang="fr-CA" sz="1600"/>
              <a:t>7 </a:t>
            </a:r>
            <a:r>
              <a:rPr lang="fr-CA" sz="1600" noProof="0"/>
              <a:t>:</a:t>
            </a:r>
            <a:r>
              <a:rPr lang="fr-CA" sz="1600"/>
              <a:t> </a:t>
            </a:r>
            <a:r>
              <a:rPr lang="fr-CA" sz="1600" noProof="0"/>
              <a:t>À gauche, résultats </a:t>
            </a:r>
            <a:r>
              <a:rPr lang="fr-CA" sz="1600"/>
              <a:t>obtenus à l'aide </a:t>
            </a:r>
            <a:r>
              <a:rPr lang="fr-CA" sz="1600" noProof="0"/>
              <a:t>de </a:t>
            </a:r>
            <a:r>
              <a:rPr lang="fr-CA" sz="1600"/>
              <a:t>la matrice à 33 stades, </a:t>
            </a:r>
            <a:r>
              <a:rPr lang="fr-CA" sz="1600" noProof="0"/>
              <a:t>à droite, résultats </a:t>
            </a:r>
            <a:r>
              <a:rPr lang="fr-CA" sz="1600"/>
              <a:t>obtenus à l’aide </a:t>
            </a:r>
            <a:r>
              <a:rPr lang="fr-CA" sz="1600" noProof="0"/>
              <a:t>de </a:t>
            </a:r>
            <a:r>
              <a:rPr lang="fr-CA" sz="1600"/>
              <a:t>la matrice mesurée à 3 stades</a:t>
            </a:r>
            <a:r>
              <a:rPr lang="fr-CA" sz="1600" noProof="0"/>
              <a:t>.</a:t>
            </a:r>
            <a:r>
              <a:rPr lang="fr-CA" sz="1600"/>
              <a:t> </a:t>
            </a:r>
            <a:r>
              <a:rPr lang="fr-CA" sz="1600" noProof="0"/>
              <a:t>Est </a:t>
            </a:r>
            <a:r>
              <a:rPr lang="fr-CA" sz="1600" noProof="0" dirty="0"/>
              <a:t>représenté : Abondance médiane de chevaliers cuivrés, basées sur 5000 itérations stochastiques pour les scénarios (a) nulle, (b) menace, (c) mesurée de notre modèle dynamique. Les enveloppes colorées représentent les intervalles de confiance à 95% ; les lignes pleines les abondances médianes d’individus matures</a:t>
            </a:r>
          </a:p>
        </p:txBody>
      </p:sp>
    </p:spTree>
    <p:extLst>
      <p:ext uri="{BB962C8B-B14F-4D97-AF65-F5344CB8AC3E}">
        <p14:creationId xmlns:p14="http://schemas.microsoft.com/office/powerpoint/2010/main" val="14398996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8">
            <a:extLst>
              <a:ext uri="{FF2B5EF4-FFF2-40B4-BE49-F238E27FC236}">
                <a16:creationId xmlns:a16="http://schemas.microsoft.com/office/drawing/2014/main" id="{CE99E6EA-6C50-A9AF-63F6-B30BF2E365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661" y="818024"/>
            <a:ext cx="5038176" cy="4134980"/>
          </a:xfrm>
          <a:prstGeom prst="rect">
            <a:avLst/>
          </a:prstGeom>
        </p:spPr>
      </p:pic>
      <p:sp>
        <p:nvSpPr>
          <p:cNvPr id="10" name="ZoneTexte 9">
            <a:extLst>
              <a:ext uri="{FF2B5EF4-FFF2-40B4-BE49-F238E27FC236}">
                <a16:creationId xmlns:a16="http://schemas.microsoft.com/office/drawing/2014/main" id="{AFB3B927-A1C8-2A1B-8DE6-E6D0DA677662}"/>
              </a:ext>
            </a:extLst>
          </p:cNvPr>
          <p:cNvSpPr txBox="1"/>
          <p:nvPr/>
        </p:nvSpPr>
        <p:spPr>
          <a:xfrm>
            <a:off x="1295400" y="4936931"/>
            <a:ext cx="9601200" cy="1077218"/>
          </a:xfrm>
          <a:prstGeom prst="rect">
            <a:avLst/>
          </a:prstGeom>
          <a:noFill/>
        </p:spPr>
        <p:txBody>
          <a:bodyPr wrap="square" lIns="91440" tIns="45720" rIns="91440" bIns="45720" rtlCol="0" anchor="t">
            <a:spAutoFit/>
          </a:bodyPr>
          <a:lstStyle/>
          <a:p>
            <a:pPr algn="just"/>
            <a:r>
              <a:rPr lang="fr-CA" sz="1600" noProof="0" dirty="0"/>
              <a:t>Figure </a:t>
            </a:r>
            <a:r>
              <a:rPr lang="fr-CA" sz="1600" dirty="0"/>
              <a:t>8 </a:t>
            </a:r>
            <a:r>
              <a:rPr lang="fr-CA" sz="1600" noProof="0" dirty="0"/>
              <a:t>: À gauche, résultats </a:t>
            </a:r>
            <a:r>
              <a:rPr lang="fr-CA" sz="1600" dirty="0"/>
              <a:t>obtenus à l'aide de la matrice à 33 stades, </a:t>
            </a:r>
            <a:r>
              <a:rPr lang="fr-CA" sz="1600" noProof="0" dirty="0"/>
              <a:t>à droite, résultats </a:t>
            </a:r>
            <a:r>
              <a:rPr lang="fr-CA" sz="1600" dirty="0"/>
              <a:t>obtenus à l’aide </a:t>
            </a:r>
            <a:r>
              <a:rPr lang="fr-CA" sz="1600" noProof="0" dirty="0"/>
              <a:t>de </a:t>
            </a:r>
            <a:r>
              <a:rPr lang="fr-CA" sz="1600" dirty="0"/>
              <a:t>la matrice mesurée à 3 stades. </a:t>
            </a:r>
            <a:r>
              <a:rPr lang="fr-CA" sz="1600" noProof="0" dirty="0"/>
              <a:t>Est représenté : Les probabilités que les chevaliers cuivrés tombent sous un seuil de population dans les prochaines 100 ans, basé sur nos scénarios dynamique stochastiques de population. Lignes : médiane de 5000 itérations; enveloppes colorées : 70% </a:t>
            </a:r>
            <a:r>
              <a:rPr lang="fr-CA" sz="1600" noProof="0" dirty="0" err="1"/>
              <a:t>ICs</a:t>
            </a:r>
            <a:endParaRPr lang="fr-CA" sz="1600" noProof="0" dirty="0"/>
          </a:p>
        </p:txBody>
      </p:sp>
      <p:pic>
        <p:nvPicPr>
          <p:cNvPr id="14" name="Image 13">
            <a:extLst>
              <a:ext uri="{FF2B5EF4-FFF2-40B4-BE49-F238E27FC236}">
                <a16:creationId xmlns:a16="http://schemas.microsoft.com/office/drawing/2014/main" id="{8452DDBC-4E2F-4D55-51AA-89FCE11E2F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87591" y="817716"/>
            <a:ext cx="4803440" cy="4122396"/>
          </a:xfrm>
          <a:prstGeom prst="rect">
            <a:avLst/>
          </a:prstGeom>
        </p:spPr>
      </p:pic>
    </p:spTree>
    <p:extLst>
      <p:ext uri="{BB962C8B-B14F-4D97-AF65-F5344CB8AC3E}">
        <p14:creationId xmlns:p14="http://schemas.microsoft.com/office/powerpoint/2010/main" val="4226334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9ED18B4D-9AA2-BAA4-64B2-A725FA23266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257255" y="1020729"/>
            <a:ext cx="4986866" cy="3740150"/>
          </a:xfrm>
          <a:prstGeom prst="rect">
            <a:avLst/>
          </a:prstGeom>
        </p:spPr>
      </p:pic>
      <p:pic>
        <p:nvPicPr>
          <p:cNvPr id="7" name="Image 6">
            <a:extLst>
              <a:ext uri="{FF2B5EF4-FFF2-40B4-BE49-F238E27FC236}">
                <a16:creationId xmlns:a16="http://schemas.microsoft.com/office/drawing/2014/main" id="{F7961088-DAF3-40D1-2014-1BE6DA6821B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a:off x="947879" y="1020728"/>
            <a:ext cx="4986867" cy="3740151"/>
          </a:xfrm>
          <a:prstGeom prst="rect">
            <a:avLst/>
          </a:prstGeom>
        </p:spPr>
      </p:pic>
      <p:sp>
        <p:nvSpPr>
          <p:cNvPr id="8" name="ZoneTexte 7">
            <a:extLst>
              <a:ext uri="{FF2B5EF4-FFF2-40B4-BE49-F238E27FC236}">
                <a16:creationId xmlns:a16="http://schemas.microsoft.com/office/drawing/2014/main" id="{E86FE8AB-8CA2-26C6-1EA0-DD8874CA071A}"/>
              </a:ext>
            </a:extLst>
          </p:cNvPr>
          <p:cNvSpPr txBox="1"/>
          <p:nvPr/>
        </p:nvSpPr>
        <p:spPr>
          <a:xfrm>
            <a:off x="1295400" y="4852863"/>
            <a:ext cx="9601200" cy="1323439"/>
          </a:xfrm>
          <a:prstGeom prst="rect">
            <a:avLst/>
          </a:prstGeom>
          <a:noFill/>
        </p:spPr>
        <p:txBody>
          <a:bodyPr wrap="square" lIns="91440" tIns="45720" rIns="91440" bIns="45720" rtlCol="0" anchor="t">
            <a:spAutoFit/>
          </a:bodyPr>
          <a:lstStyle/>
          <a:p>
            <a:pPr algn="just"/>
            <a:r>
              <a:rPr lang="fr-CA" sz="1600" noProof="0" dirty="0"/>
              <a:t>Figure </a:t>
            </a:r>
            <a:r>
              <a:rPr lang="fr-CA" sz="1600" dirty="0"/>
              <a:t>9 </a:t>
            </a:r>
            <a:r>
              <a:rPr lang="fr-CA" sz="1600" noProof="0" dirty="0"/>
              <a:t>: À gauche, résultats obtenus à l’aide </a:t>
            </a:r>
            <a:r>
              <a:rPr lang="fr-CA" sz="1600" noProof="0"/>
              <a:t>de </a:t>
            </a:r>
            <a:r>
              <a:rPr lang="fr-CA" sz="1600"/>
              <a:t>la matrice</a:t>
            </a:r>
            <a:r>
              <a:rPr lang="fr-CA" sz="1600" noProof="0"/>
              <a:t> mesurée à 33 stades, à droite, </a:t>
            </a:r>
            <a:r>
              <a:rPr lang="fr-CA" sz="1600"/>
              <a:t>résultats obtenus à </a:t>
            </a:r>
            <a:r>
              <a:rPr lang="fr-CA" sz="1600" dirty="0"/>
              <a:t>l’aide de la matrice mesurée à 3 stades</a:t>
            </a:r>
            <a:r>
              <a:rPr lang="fr-CA" sz="1600" noProof="0" dirty="0"/>
              <a:t>. Est représenté :</a:t>
            </a:r>
            <a:r>
              <a:rPr lang="fr-CA" sz="1600" dirty="0"/>
              <a:t> L’effet d’augmenter l’ensemencement de larves, alevins, individus d’âges 1, et individus matures (âge 10) sur l’abondance de chevaliers matures sur 100 ans dans notre scénario mesuré. Lors de l’application aux scénarios nulles et menacés, les résultats étaient indistinguables de ceux présentés.</a:t>
            </a:r>
          </a:p>
        </p:txBody>
      </p:sp>
    </p:spTree>
    <p:extLst>
      <p:ext uri="{BB962C8B-B14F-4D97-AF65-F5344CB8AC3E}">
        <p14:creationId xmlns:p14="http://schemas.microsoft.com/office/powerpoint/2010/main" val="24496173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FD15BD0-D23D-BCDB-DC4F-EC9E34FD8E77}"/>
              </a:ext>
            </a:extLst>
          </p:cNvPr>
          <p:cNvSpPr>
            <a:spLocks noGrp="1"/>
          </p:cNvSpPr>
          <p:nvPr>
            <p:ph type="title"/>
          </p:nvPr>
        </p:nvSpPr>
        <p:spPr/>
        <p:txBody>
          <a:bodyPr/>
          <a:lstStyle/>
          <a:p>
            <a:r>
              <a:rPr lang="fr-CA"/>
              <a:t>Discussion</a:t>
            </a:r>
          </a:p>
        </p:txBody>
      </p:sp>
      <p:sp>
        <p:nvSpPr>
          <p:cNvPr id="3" name="Espace réservé du contenu 2">
            <a:extLst>
              <a:ext uri="{FF2B5EF4-FFF2-40B4-BE49-F238E27FC236}">
                <a16:creationId xmlns:a16="http://schemas.microsoft.com/office/drawing/2014/main" id="{7FDDC518-1F1F-76F1-2545-8D01AE3B32C4}"/>
              </a:ext>
            </a:extLst>
          </p:cNvPr>
          <p:cNvSpPr>
            <a:spLocks noGrp="1"/>
          </p:cNvSpPr>
          <p:nvPr>
            <p:ph idx="1"/>
          </p:nvPr>
        </p:nvSpPr>
        <p:spPr>
          <a:xfrm>
            <a:off x="750367" y="1733057"/>
            <a:ext cx="10691265" cy="4210543"/>
          </a:xfrm>
        </p:spPr>
        <p:txBody>
          <a:bodyPr vert="horz" lIns="91440" tIns="45720" rIns="91440" bIns="45720" rtlCol="0" anchor="t">
            <a:normAutofit lnSpcReduction="10000"/>
          </a:bodyPr>
          <a:lstStyle/>
          <a:p>
            <a:pPr>
              <a:lnSpc>
                <a:spcPct val="150000"/>
              </a:lnSpc>
            </a:pPr>
            <a:r>
              <a:rPr lang="fr-FR"/>
              <a:t>Résultats similaires mais...</a:t>
            </a:r>
          </a:p>
          <a:p>
            <a:pPr lvl="1">
              <a:lnSpc>
                <a:spcPct val="150000"/>
              </a:lnSpc>
            </a:pPr>
            <a:r>
              <a:rPr lang="fr-FR"/>
              <a:t>Effondrement plus rapide de la population</a:t>
            </a:r>
          </a:p>
          <a:p>
            <a:pPr lvl="1">
              <a:lnSpc>
                <a:spcPct val="150000"/>
              </a:lnSpc>
            </a:pPr>
            <a:r>
              <a:rPr lang="fr-FR" dirty="0"/>
              <a:t>Paramètres de </a:t>
            </a:r>
            <a:r>
              <a:rPr lang="fr-FR" dirty="0" err="1"/>
              <a:t>stochasticité</a:t>
            </a:r>
            <a:r>
              <a:rPr lang="fr-FR" dirty="0"/>
              <a:t> difficiles à intégrer</a:t>
            </a:r>
          </a:p>
          <a:p>
            <a:pPr lvl="1">
              <a:lnSpc>
                <a:spcPct val="150000"/>
              </a:lnSpc>
            </a:pPr>
            <a:r>
              <a:rPr lang="fr-FR"/>
              <a:t>Plus</a:t>
            </a:r>
            <a:r>
              <a:rPr lang="fr-FR" dirty="0"/>
              <a:t> petits </a:t>
            </a:r>
            <a:r>
              <a:rPr lang="fr-FR"/>
              <a:t>intervalles</a:t>
            </a:r>
            <a:r>
              <a:rPr lang="fr-FR" dirty="0"/>
              <a:t> de confiance</a:t>
            </a:r>
            <a:br>
              <a:rPr lang="fr-FR" dirty="0"/>
            </a:br>
            <a:endParaRPr lang="fr-FR"/>
          </a:p>
          <a:p>
            <a:pPr>
              <a:lnSpc>
                <a:spcPct val="150000"/>
              </a:lnSpc>
            </a:pPr>
            <a:r>
              <a:rPr lang="fr-FR"/>
              <a:t>Dans ce contexte, une matrice complète donne des résul</a:t>
            </a:r>
            <a:r>
              <a:rPr lang="fr-FR" dirty="0"/>
              <a:t>tats plus fiables: </a:t>
            </a:r>
            <a:endParaRPr lang="fr-FR"/>
          </a:p>
          <a:p>
            <a:pPr lvl="1">
              <a:lnSpc>
                <a:spcPct val="150000"/>
              </a:lnSpc>
            </a:pPr>
            <a:r>
              <a:rPr lang="fr-FR"/>
              <a:t>Aucune agrégation des informations essentielles</a:t>
            </a:r>
          </a:p>
          <a:p>
            <a:pPr lvl="1">
              <a:lnSpc>
                <a:spcPct val="150000"/>
              </a:lnSpc>
            </a:pPr>
            <a:r>
              <a:rPr lang="fr-FR" dirty="0" err="1">
                <a:solidFill>
                  <a:srgbClr val="000000"/>
                </a:solidFill>
                <a:ea typeface="+mn-lt"/>
                <a:cs typeface="+mn-lt"/>
              </a:rPr>
              <a:t>Stochasticité</a:t>
            </a:r>
            <a:r>
              <a:rPr lang="fr-FR" dirty="0"/>
              <a:t> plus réaliste</a:t>
            </a:r>
          </a:p>
          <a:p>
            <a:pPr lvl="1">
              <a:lnSpc>
                <a:spcPct val="150000"/>
              </a:lnSpc>
            </a:pPr>
            <a:r>
              <a:rPr lang="fr-FR"/>
              <a:t>Les potentiels individus &gt;30 ans n'ont pas ou peu d'impact</a:t>
            </a:r>
          </a:p>
        </p:txBody>
      </p:sp>
    </p:spTree>
    <p:extLst>
      <p:ext uri="{BB962C8B-B14F-4D97-AF65-F5344CB8AC3E}">
        <p14:creationId xmlns:p14="http://schemas.microsoft.com/office/powerpoint/2010/main" val="9016287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A89A0B66-12A9-A560-B2C3-D5DE68D00757}"/>
              </a:ext>
            </a:extLst>
          </p:cNvPr>
          <p:cNvSpPr>
            <a:spLocks noGrp="1"/>
          </p:cNvSpPr>
          <p:nvPr>
            <p:ph type="title"/>
          </p:nvPr>
        </p:nvSpPr>
        <p:spPr>
          <a:xfrm>
            <a:off x="704088" y="4023657"/>
            <a:ext cx="3794760" cy="2110444"/>
          </a:xfrm>
        </p:spPr>
        <p:txBody>
          <a:bodyPr>
            <a:normAutofit/>
          </a:bodyPr>
          <a:lstStyle/>
          <a:p>
            <a:r>
              <a:rPr lang="fr-CA"/>
              <a:t>Conclusion</a:t>
            </a:r>
          </a:p>
        </p:txBody>
      </p:sp>
      <p:pic>
        <p:nvPicPr>
          <p:cNvPr id="2050" name="Picture 2" descr="Le chevalier cuivré, un poisson qui fraie à la Saint-Jean-Baptiste |  Radio-Canada">
            <a:extLst>
              <a:ext uri="{FF2B5EF4-FFF2-40B4-BE49-F238E27FC236}">
                <a16:creationId xmlns:a16="http://schemas.microsoft.com/office/drawing/2014/main" id="{6E929EB8-0E77-8D30-C757-71AEE670B48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 t="19251" r="1" b="28952"/>
          <a:stretch>
            <a:fillRect/>
          </a:stretch>
        </p:blipFill>
        <p:spPr bwMode="auto">
          <a:xfrm>
            <a:off x="800100" y="717656"/>
            <a:ext cx="10591800" cy="3086100"/>
          </a:xfrm>
          <a:prstGeom prst="rect">
            <a:avLst/>
          </a:prstGeom>
          <a:noFill/>
          <a:extLst>
            <a:ext uri="{909E8E84-426E-40DD-AFC4-6F175D3DCCD1}">
              <a14:hiddenFill xmlns:a14="http://schemas.microsoft.com/office/drawing/2010/main">
                <a:solidFill>
                  <a:srgbClr val="FFFFFF"/>
                </a:solidFill>
              </a14:hiddenFill>
            </a:ext>
          </a:extLst>
        </p:spPr>
      </p:pic>
      <p:cxnSp>
        <p:nvCxnSpPr>
          <p:cNvPr id="2057" name="Straight Connector 2056">
            <a:extLst>
              <a:ext uri="{FF2B5EF4-FFF2-40B4-BE49-F238E27FC236}">
                <a16:creationId xmlns:a16="http://schemas.microsoft.com/office/drawing/2014/main" id="{8E0104E4-99BC-494F-8342-F250828E57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876800" y="4114590"/>
            <a:ext cx="9818" cy="201951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Espace réservé du contenu 2">
            <a:extLst>
              <a:ext uri="{FF2B5EF4-FFF2-40B4-BE49-F238E27FC236}">
                <a16:creationId xmlns:a16="http://schemas.microsoft.com/office/drawing/2014/main" id="{D5F08C3C-2B07-D167-483B-592FFD9479FB}"/>
              </a:ext>
            </a:extLst>
          </p:cNvPr>
          <p:cNvSpPr>
            <a:spLocks noGrp="1"/>
          </p:cNvSpPr>
          <p:nvPr>
            <p:ph idx="1"/>
          </p:nvPr>
        </p:nvSpPr>
        <p:spPr>
          <a:xfrm>
            <a:off x="5350933" y="4088705"/>
            <a:ext cx="6135924" cy="2093976"/>
          </a:xfrm>
        </p:spPr>
        <p:txBody>
          <a:bodyPr vert="horz" lIns="91440" tIns="45720" rIns="91440" bIns="45720" rtlCol="0" anchor="t">
            <a:normAutofit/>
          </a:bodyPr>
          <a:lstStyle/>
          <a:p>
            <a:r>
              <a:rPr lang="fr-CA" dirty="0"/>
              <a:t>Important de continuer à faire des efforts</a:t>
            </a:r>
          </a:p>
          <a:p>
            <a:r>
              <a:rPr lang="fr-CA"/>
              <a:t>Mise en place d’ensemencement de pré-adultes</a:t>
            </a:r>
          </a:p>
          <a:p>
            <a:r>
              <a:rPr lang="fr-CA"/>
              <a:t>Informations supplémentaires et autres études à faire,</a:t>
            </a:r>
            <a:br>
              <a:rPr lang="fr-CA" dirty="0"/>
            </a:br>
            <a:r>
              <a:rPr lang="fr-CA"/>
              <a:t>car encore beaucoup d’incertitude</a:t>
            </a:r>
          </a:p>
        </p:txBody>
      </p:sp>
      <p:sp>
        <p:nvSpPr>
          <p:cNvPr id="4" name="ZoneTexte 3">
            <a:extLst>
              <a:ext uri="{FF2B5EF4-FFF2-40B4-BE49-F238E27FC236}">
                <a16:creationId xmlns:a16="http://schemas.microsoft.com/office/drawing/2014/main" id="{4908DAB4-9378-641C-7822-F8FFCB3F9F8A}"/>
              </a:ext>
            </a:extLst>
          </p:cNvPr>
          <p:cNvSpPr txBox="1"/>
          <p:nvPr/>
        </p:nvSpPr>
        <p:spPr>
          <a:xfrm>
            <a:off x="904672" y="787940"/>
            <a:ext cx="2791028" cy="338554"/>
          </a:xfrm>
          <a:prstGeom prst="rect">
            <a:avLst/>
          </a:prstGeom>
          <a:noFill/>
        </p:spPr>
        <p:txBody>
          <a:bodyPr wrap="square" rtlCol="0">
            <a:spAutoFit/>
          </a:bodyPr>
          <a:lstStyle/>
          <a:p>
            <a:r>
              <a:rPr lang="fr-CA" sz="800">
                <a:solidFill>
                  <a:schemeClr val="tx1">
                    <a:lumMod val="95000"/>
                    <a:lumOff val="5000"/>
                  </a:schemeClr>
                </a:solidFill>
              </a:rPr>
              <a:t>https://ici.radio-canada.ca/nouvelle/1803788/chevalier-cuivre-espece-en-voie-de-disparition-reproduction-artificielle</a:t>
            </a:r>
          </a:p>
        </p:txBody>
      </p:sp>
    </p:spTree>
    <p:extLst>
      <p:ext uri="{BB962C8B-B14F-4D97-AF65-F5344CB8AC3E}">
        <p14:creationId xmlns:p14="http://schemas.microsoft.com/office/powerpoint/2010/main" val="12097288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3079" name="Straight Connector 3078">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81" name="Straight Connector 3080">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3083" name="Rectangle 3082">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Pleins feux sur... le chevalier cuivré : portrait d'une espèce « en danger  » - Ministère des Forêts, de la Faune et des Parcs">
            <a:extLst>
              <a:ext uri="{FF2B5EF4-FFF2-40B4-BE49-F238E27FC236}">
                <a16:creationId xmlns:a16="http://schemas.microsoft.com/office/drawing/2014/main" id="{4C00A1DA-6ED6-C7B3-FAC3-90C08EBD5B8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4444" t="-106" r="14444" b="104"/>
          <a:stretch>
            <a:fillRect/>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3085" name="Rectangle 3084">
            <a:extLst>
              <a:ext uri="{FF2B5EF4-FFF2-40B4-BE49-F238E27FC236}">
                <a16:creationId xmlns:a16="http://schemas.microsoft.com/office/drawing/2014/main" id="{6BB6B482-ACCA-4938-8AEA-49D525C172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6905" y="46904"/>
            <a:ext cx="6865150" cy="6771342"/>
          </a:xfrm>
          <a:prstGeom prst="rect">
            <a:avLst/>
          </a:prstGeom>
          <a:gradFill>
            <a:gsLst>
              <a:gs pos="42000">
                <a:srgbClr val="000000">
                  <a:alpha val="18000"/>
                </a:srgbClr>
              </a:gs>
              <a:gs pos="0">
                <a:srgbClr val="000000">
                  <a:alpha val="0"/>
                </a:srgbClr>
              </a:gs>
              <a:gs pos="100000">
                <a:srgbClr val="000000">
                  <a:alpha val="3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D1DA8DF0-027D-CBFA-F9E4-EA0F931579EF}"/>
              </a:ext>
            </a:extLst>
          </p:cNvPr>
          <p:cNvSpPr>
            <a:spLocks noGrp="1"/>
          </p:cNvSpPr>
          <p:nvPr>
            <p:ph type="title"/>
          </p:nvPr>
        </p:nvSpPr>
        <p:spPr>
          <a:xfrm>
            <a:off x="704088" y="871759"/>
            <a:ext cx="5067300" cy="3497042"/>
          </a:xfrm>
        </p:spPr>
        <p:txBody>
          <a:bodyPr vert="horz" lIns="91440" tIns="45720" rIns="91440" bIns="45720" rtlCol="0" anchor="t">
            <a:normAutofit/>
          </a:bodyPr>
          <a:lstStyle/>
          <a:p>
            <a:r>
              <a:rPr lang="en-US" sz="5400">
                <a:solidFill>
                  <a:srgbClr val="FFFFFF"/>
                </a:solidFill>
              </a:rPr>
              <a:t>Merci !</a:t>
            </a:r>
          </a:p>
        </p:txBody>
      </p:sp>
      <p:cxnSp>
        <p:nvCxnSpPr>
          <p:cNvPr id="3087" name="Straight Connector 3086">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rgbClr val="FFFFFF"/>
            </a:solidFill>
          </a:ln>
          <a:effectLst>
            <a:outerShdw blurRad="50800" dist="38100" dir="2700000" algn="tl" rotWithShape="0">
              <a:prstClr val="black">
                <a:alpha val="13000"/>
              </a:prstClr>
            </a:outerShdw>
          </a:effectLst>
        </p:spPr>
        <p:style>
          <a:lnRef idx="1">
            <a:schemeClr val="accent1"/>
          </a:lnRef>
          <a:fillRef idx="0">
            <a:schemeClr val="accent1"/>
          </a:fillRef>
          <a:effectRef idx="0">
            <a:schemeClr val="accent1"/>
          </a:effectRef>
          <a:fontRef idx="minor">
            <a:schemeClr val="tx1"/>
          </a:fontRef>
        </p:style>
      </p:cxnSp>
      <p:sp>
        <p:nvSpPr>
          <p:cNvPr id="4" name="ZoneTexte 3">
            <a:extLst>
              <a:ext uri="{FF2B5EF4-FFF2-40B4-BE49-F238E27FC236}">
                <a16:creationId xmlns:a16="http://schemas.microsoft.com/office/drawing/2014/main" id="{80693467-78F2-1B86-B867-3754098C5644}"/>
              </a:ext>
            </a:extLst>
          </p:cNvPr>
          <p:cNvSpPr txBox="1"/>
          <p:nvPr/>
        </p:nvSpPr>
        <p:spPr>
          <a:xfrm>
            <a:off x="0" y="6627158"/>
            <a:ext cx="4001434" cy="230832"/>
          </a:xfrm>
          <a:prstGeom prst="rect">
            <a:avLst/>
          </a:prstGeom>
          <a:noFill/>
        </p:spPr>
        <p:txBody>
          <a:bodyPr wrap="square" rtlCol="0">
            <a:spAutoFit/>
          </a:bodyPr>
          <a:lstStyle/>
          <a:p>
            <a:r>
              <a:rPr lang="fr-CA" sz="900"/>
              <a:t>https://mffp.gouv.qc.ca/jeunesse/chevalier-cuivre-portrait-espece-danger/</a:t>
            </a:r>
          </a:p>
        </p:txBody>
      </p:sp>
    </p:spTree>
    <p:extLst>
      <p:ext uri="{BB962C8B-B14F-4D97-AF65-F5344CB8AC3E}">
        <p14:creationId xmlns:p14="http://schemas.microsoft.com/office/powerpoint/2010/main" val="784584029"/>
      </p:ext>
    </p:extLst>
  </p:cSld>
  <p:clrMapOvr>
    <a:overrideClrMapping bg1="dk1" tx1="lt1" bg2="dk2" tx2="lt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755F7A0-20BB-EF74-1658-92294AAB1D89}"/>
              </a:ext>
            </a:extLst>
          </p:cNvPr>
          <p:cNvSpPr>
            <a:spLocks noGrp="1"/>
          </p:cNvSpPr>
          <p:nvPr>
            <p:ph type="title"/>
          </p:nvPr>
        </p:nvSpPr>
        <p:spPr/>
        <p:txBody>
          <a:bodyPr/>
          <a:lstStyle/>
          <a:p>
            <a:r>
              <a:rPr lang="fr-CA"/>
              <a:t>Bibliographie</a:t>
            </a:r>
          </a:p>
        </p:txBody>
      </p:sp>
      <p:sp>
        <p:nvSpPr>
          <p:cNvPr id="3" name="Espace réservé du contenu 2">
            <a:extLst>
              <a:ext uri="{FF2B5EF4-FFF2-40B4-BE49-F238E27FC236}">
                <a16:creationId xmlns:a16="http://schemas.microsoft.com/office/drawing/2014/main" id="{14515BA2-F5BE-2C2A-D48B-418406D8001B}"/>
              </a:ext>
            </a:extLst>
          </p:cNvPr>
          <p:cNvSpPr>
            <a:spLocks noGrp="1"/>
          </p:cNvSpPr>
          <p:nvPr>
            <p:ph idx="1"/>
          </p:nvPr>
        </p:nvSpPr>
        <p:spPr/>
        <p:txBody>
          <a:bodyPr>
            <a:normAutofit fontScale="32500" lnSpcReduction="20000"/>
          </a:bodyPr>
          <a:lstStyle/>
          <a:p>
            <a:pPr marL="180975" indent="-180975">
              <a:buNone/>
            </a:pPr>
            <a:r>
              <a:rPr lang="fr-CA" err="1"/>
              <a:t>Bannester</a:t>
            </a:r>
            <a:r>
              <a:rPr lang="fr-CA"/>
              <a:t>-Marchand, N., Vachon, N., </a:t>
            </a:r>
            <a:r>
              <a:rPr lang="fr-CA" err="1"/>
              <a:t>Mandrak</a:t>
            </a:r>
            <a:r>
              <a:rPr lang="fr-CA"/>
              <a:t>, N. et Blanchet, F. (2025). Population </a:t>
            </a:r>
            <a:r>
              <a:rPr lang="fr-CA" err="1"/>
              <a:t>viability</a:t>
            </a:r>
            <a:r>
              <a:rPr lang="fr-CA"/>
              <a:t> </a:t>
            </a:r>
            <a:r>
              <a:rPr lang="fr-CA" err="1"/>
              <a:t>analysis</a:t>
            </a:r>
            <a:r>
              <a:rPr lang="fr-CA"/>
              <a:t> of the </a:t>
            </a:r>
            <a:r>
              <a:rPr lang="fr-CA" err="1"/>
              <a:t>endangered</a:t>
            </a:r>
            <a:r>
              <a:rPr lang="fr-CA"/>
              <a:t> </a:t>
            </a:r>
            <a:r>
              <a:rPr lang="fr-CA" err="1"/>
              <a:t>copper</a:t>
            </a:r>
            <a:r>
              <a:rPr lang="fr-CA"/>
              <a:t> </a:t>
            </a:r>
            <a:r>
              <a:rPr lang="fr-CA" err="1"/>
              <a:t>redhorse</a:t>
            </a:r>
            <a:r>
              <a:rPr lang="fr-CA"/>
              <a:t> </a:t>
            </a:r>
            <a:r>
              <a:rPr lang="fr-CA" i="1" err="1"/>
              <a:t>Moxostoma</a:t>
            </a:r>
            <a:r>
              <a:rPr lang="fr-CA" i="1"/>
              <a:t> </a:t>
            </a:r>
            <a:r>
              <a:rPr lang="fr-CA" i="1" err="1"/>
              <a:t>hubbsi</a:t>
            </a:r>
            <a:r>
              <a:rPr lang="fr-CA"/>
              <a:t>. </a:t>
            </a:r>
            <a:r>
              <a:rPr lang="fr-CA" i="1" err="1"/>
              <a:t>Endangered</a:t>
            </a:r>
            <a:r>
              <a:rPr lang="fr-CA" i="1"/>
              <a:t> </a:t>
            </a:r>
            <a:r>
              <a:rPr lang="fr-CA" i="1" err="1"/>
              <a:t>Species</a:t>
            </a:r>
            <a:r>
              <a:rPr lang="fr-CA" i="1"/>
              <a:t> </a:t>
            </a:r>
            <a:r>
              <a:rPr lang="fr-CA" i="1" err="1"/>
              <a:t>Research</a:t>
            </a:r>
            <a:r>
              <a:rPr lang="fr-CA"/>
              <a:t>, </a:t>
            </a:r>
            <a:r>
              <a:rPr lang="fr-CA" i="1"/>
              <a:t>57</a:t>
            </a:r>
            <a:r>
              <a:rPr lang="fr-CA"/>
              <a:t>, 21‑31. </a:t>
            </a:r>
            <a:r>
              <a:rPr lang="fr-CA">
                <a:hlinkClick r:id="rId2">
                  <a:extLst>
                    <a:ext uri="{A12FA001-AC4F-418D-AE19-62706E023703}">
                      <ahyp:hlinkClr xmlns:ahyp="http://schemas.microsoft.com/office/drawing/2018/hyperlinkcolor" val="tx"/>
                    </a:ext>
                  </a:extLst>
                </a:hlinkClick>
              </a:rPr>
              <a:t>https://doi.org/10.3354/esr01395</a:t>
            </a:r>
            <a:endParaRPr lang="fr-CA"/>
          </a:p>
          <a:p>
            <a:pPr marL="180975" indent="-180975">
              <a:buNone/>
            </a:pPr>
            <a:r>
              <a:rPr lang="fr-CA"/>
              <a:t>Bernatchez, L. (2004). </a:t>
            </a:r>
            <a:r>
              <a:rPr lang="fr-CA" i="1"/>
              <a:t>Considérations génétiques et protocole de reproduction relatifs au plan de rétablissement du chevalier cuivré (</a:t>
            </a:r>
            <a:r>
              <a:rPr lang="fr-CA" err="1"/>
              <a:t>Moxostoma</a:t>
            </a:r>
            <a:r>
              <a:rPr lang="fr-CA"/>
              <a:t> </a:t>
            </a:r>
            <a:r>
              <a:rPr lang="fr-CA" err="1"/>
              <a:t>hubbsi</a:t>
            </a:r>
            <a:r>
              <a:rPr lang="fr-CA" i="1"/>
              <a:t>)</a:t>
            </a:r>
            <a:r>
              <a:rPr lang="fr-CA"/>
              <a:t> ( [Technique]). Ministère des Ressources naturelles, de la Faune et des Parcs, direction de l’aménagement de la faune de Montréal, de Laval et de la Montérégie, Longueuil et Pêches et Océans Canada. </a:t>
            </a:r>
            <a:r>
              <a:rPr lang="fr-CA">
                <a:hlinkClick r:id="rId3">
                  <a:extLst>
                    <a:ext uri="{A12FA001-AC4F-418D-AE19-62706E023703}">
                      <ahyp:hlinkClr xmlns:ahyp="http://schemas.microsoft.com/office/drawing/2018/hyperlinkcolor" val="tx"/>
                    </a:ext>
                  </a:extLst>
                </a:hlinkClick>
              </a:rPr>
              <a:t>https://numerique.banq.qc.ca/patrimoine/details/52327/66775</a:t>
            </a:r>
            <a:endParaRPr lang="fr-CA"/>
          </a:p>
          <a:p>
            <a:pPr marL="180975" indent="-180975">
              <a:buNone/>
            </a:pPr>
            <a:r>
              <a:rPr lang="fr-CA" i="1"/>
              <a:t>Chevalier cuivré</a:t>
            </a:r>
            <a:r>
              <a:rPr lang="fr-CA"/>
              <a:t>. (s. d.). Gouvernement du Québec. </a:t>
            </a:r>
            <a:r>
              <a:rPr lang="fr-CA">
                <a:hlinkClick r:id="rId4">
                  <a:extLst>
                    <a:ext uri="{A12FA001-AC4F-418D-AE19-62706E023703}">
                      <ahyp:hlinkClr xmlns:ahyp="http://schemas.microsoft.com/office/drawing/2018/hyperlinkcolor" val="tx"/>
                    </a:ext>
                  </a:extLst>
                </a:hlinkClick>
              </a:rPr>
              <a:t>https://www.quebec.ca/agriculture-environnement-et-ressources-naturelles/faune/animaux-sauvages-quebec/fiches-especes-fauniques/chevalier-cuivre</a:t>
            </a:r>
            <a:endParaRPr lang="fr-CA"/>
          </a:p>
          <a:p>
            <a:pPr marL="180975" indent="-180975">
              <a:buNone/>
            </a:pPr>
            <a:r>
              <a:rPr lang="fr-CA"/>
              <a:t>COSEPAC. (2014). Évaluation et Rapport de situation du COSEPAC sur le chevalier cuivré (</a:t>
            </a:r>
            <a:r>
              <a:rPr lang="fr-CA" i="1" err="1"/>
              <a:t>Moxostoma</a:t>
            </a:r>
            <a:r>
              <a:rPr lang="fr-CA" i="1"/>
              <a:t> </a:t>
            </a:r>
            <a:r>
              <a:rPr lang="fr-CA" i="1" err="1"/>
              <a:t>hubbsi</a:t>
            </a:r>
            <a:r>
              <a:rPr lang="fr-CA"/>
              <a:t>) au Canada. </a:t>
            </a:r>
            <a:r>
              <a:rPr lang="fr-CA" i="1"/>
              <a:t>Comité sur la situation des espèces en péril au Canada</a:t>
            </a:r>
            <a:r>
              <a:rPr lang="fr-CA"/>
              <a:t>, xiii + 81.</a:t>
            </a:r>
          </a:p>
          <a:p>
            <a:pPr marL="180975" indent="-180975">
              <a:buNone/>
            </a:pPr>
            <a:r>
              <a:rPr lang="fr-CA" err="1"/>
              <a:t>Dahlberg</a:t>
            </a:r>
            <a:r>
              <a:rPr lang="fr-CA"/>
              <a:t>, M. D. (1979). A </a:t>
            </a:r>
            <a:r>
              <a:rPr lang="fr-CA" err="1"/>
              <a:t>review</a:t>
            </a:r>
            <a:r>
              <a:rPr lang="fr-CA"/>
              <a:t> of </a:t>
            </a:r>
            <a:r>
              <a:rPr lang="fr-CA" err="1"/>
              <a:t>survival</a:t>
            </a:r>
            <a:r>
              <a:rPr lang="fr-CA"/>
              <a:t> rates of </a:t>
            </a:r>
            <a:r>
              <a:rPr lang="fr-CA" err="1"/>
              <a:t>fish</a:t>
            </a:r>
            <a:r>
              <a:rPr lang="fr-CA"/>
              <a:t> </a:t>
            </a:r>
            <a:r>
              <a:rPr lang="fr-CA" err="1"/>
              <a:t>eggs</a:t>
            </a:r>
            <a:r>
              <a:rPr lang="fr-CA"/>
              <a:t> and </a:t>
            </a:r>
            <a:r>
              <a:rPr lang="fr-CA" err="1"/>
              <a:t>larvae</a:t>
            </a:r>
            <a:r>
              <a:rPr lang="fr-CA"/>
              <a:t> in relation to impact </a:t>
            </a:r>
            <a:r>
              <a:rPr lang="fr-CA" err="1"/>
              <a:t>assessments</a:t>
            </a:r>
            <a:r>
              <a:rPr lang="fr-CA"/>
              <a:t>. </a:t>
            </a:r>
            <a:r>
              <a:rPr lang="fr-CA" i="1"/>
              <a:t>Marine </a:t>
            </a:r>
            <a:r>
              <a:rPr lang="fr-CA" i="1" err="1"/>
              <a:t>Fisheries</a:t>
            </a:r>
            <a:r>
              <a:rPr lang="fr-CA" i="1"/>
              <a:t> </a:t>
            </a:r>
            <a:r>
              <a:rPr lang="fr-CA" i="1" err="1"/>
              <a:t>Review</a:t>
            </a:r>
            <a:r>
              <a:rPr lang="fr-CA"/>
              <a:t>, </a:t>
            </a:r>
            <a:r>
              <a:rPr lang="fr-CA" i="1"/>
              <a:t>41</a:t>
            </a:r>
            <a:r>
              <a:rPr lang="fr-CA"/>
              <a:t>(3).</a:t>
            </a:r>
          </a:p>
          <a:p>
            <a:pPr marL="180975" indent="-180975">
              <a:buNone/>
            </a:pPr>
            <a:r>
              <a:rPr lang="fr-CA" err="1"/>
              <a:t>Hinrichsen</a:t>
            </a:r>
            <a:r>
              <a:rPr lang="fr-CA"/>
              <a:t>, R. A., </a:t>
            </a:r>
            <a:r>
              <a:rPr lang="fr-CA" err="1"/>
              <a:t>Yokomizo</a:t>
            </a:r>
            <a:r>
              <a:rPr lang="fr-CA"/>
              <a:t>, H. et </a:t>
            </a:r>
            <a:r>
              <a:rPr lang="fr-CA" err="1"/>
              <a:t>Salguero</a:t>
            </a:r>
            <a:r>
              <a:rPr lang="fr-CA"/>
              <a:t>-Gómez, R. (2026, 6 février). </a:t>
            </a:r>
            <a:r>
              <a:rPr lang="fr-CA" err="1"/>
              <a:t>From</a:t>
            </a:r>
            <a:r>
              <a:rPr lang="fr-CA"/>
              <a:t> </a:t>
            </a:r>
            <a:r>
              <a:rPr lang="fr-CA" err="1"/>
              <a:t>theory</a:t>
            </a:r>
            <a:r>
              <a:rPr lang="fr-CA"/>
              <a:t> to application: </a:t>
            </a:r>
            <a:r>
              <a:rPr lang="fr-CA" err="1"/>
              <a:t>Elasticity</a:t>
            </a:r>
            <a:r>
              <a:rPr lang="fr-CA"/>
              <a:t>-consistent </a:t>
            </a:r>
            <a:r>
              <a:rPr lang="fr-CA" err="1"/>
              <a:t>aggregation</a:t>
            </a:r>
            <a:r>
              <a:rPr lang="fr-CA"/>
              <a:t> of Leslie matrix population </a:t>
            </a:r>
            <a:r>
              <a:rPr lang="fr-CA" err="1"/>
              <a:t>models</a:t>
            </a:r>
            <a:r>
              <a:rPr lang="fr-CA"/>
              <a:t> for comparative </a:t>
            </a:r>
            <a:r>
              <a:rPr lang="fr-CA" err="1"/>
              <a:t>demography</a:t>
            </a:r>
            <a:r>
              <a:rPr lang="fr-CA"/>
              <a:t>. </a:t>
            </a:r>
            <a:r>
              <a:rPr lang="fr-CA" err="1"/>
              <a:t>bioRxiv</a:t>
            </a:r>
            <a:r>
              <a:rPr lang="fr-CA"/>
              <a:t>. </a:t>
            </a:r>
            <a:r>
              <a:rPr lang="fr-CA">
                <a:hlinkClick r:id="rId5">
                  <a:extLst>
                    <a:ext uri="{A12FA001-AC4F-418D-AE19-62706E023703}">
                      <ahyp:hlinkClr xmlns:ahyp="http://schemas.microsoft.com/office/drawing/2018/hyperlinkcolor" val="tx"/>
                    </a:ext>
                  </a:extLst>
                </a:hlinkClick>
              </a:rPr>
              <a:t>https://doi.org/10.64898/2026.02.04.703802</a:t>
            </a:r>
            <a:endParaRPr lang="fr-CA"/>
          </a:p>
          <a:p>
            <a:pPr marL="180975" indent="-180975">
              <a:buNone/>
            </a:pPr>
            <a:r>
              <a:rPr lang="fr-CA" err="1"/>
              <a:t>Mongeau</a:t>
            </a:r>
            <a:r>
              <a:rPr lang="fr-CA"/>
              <a:t>, J. R., Dumont, P. et Cloutier, L. (1986). </a:t>
            </a:r>
            <a:r>
              <a:rPr lang="fr-CA" i="1"/>
              <a:t>La biologie du Suceur cuivré, </a:t>
            </a:r>
            <a:r>
              <a:rPr lang="fr-CA" err="1"/>
              <a:t>Moxostoma</a:t>
            </a:r>
            <a:r>
              <a:rPr lang="fr-CA"/>
              <a:t> </a:t>
            </a:r>
            <a:r>
              <a:rPr lang="fr-CA" err="1"/>
              <a:t>hubbsi</a:t>
            </a:r>
            <a:r>
              <a:rPr lang="fr-CA" i="1"/>
              <a:t>, une espèce rare et endémique à la région de Montréal, Québec, Canada</a:t>
            </a:r>
            <a:r>
              <a:rPr lang="fr-CA"/>
              <a:t>. </a:t>
            </a:r>
            <a:r>
              <a:rPr lang="fr-CA">
                <a:hlinkClick r:id="rId6">
                  <a:extLst>
                    <a:ext uri="{A12FA001-AC4F-418D-AE19-62706E023703}">
                      <ahyp:hlinkClr xmlns:ahyp="http://schemas.microsoft.com/office/drawing/2018/hyperlinkcolor" val="tx"/>
                    </a:ext>
                  </a:extLst>
                </a:hlinkClick>
              </a:rPr>
              <a:t>https://portals.iucn.org/library/node/15279</a:t>
            </a:r>
            <a:endParaRPr lang="fr-CA"/>
          </a:p>
          <a:p>
            <a:pPr marL="180975" indent="-180975">
              <a:buNone/>
            </a:pPr>
            <a:r>
              <a:rPr lang="fr-CA" err="1"/>
              <a:t>Mongeau</a:t>
            </a:r>
            <a:r>
              <a:rPr lang="fr-CA"/>
              <a:t>, J.-R., Dumont, P. et Cloutier, L. (1992). La biologie du suceur cuivré (</a:t>
            </a:r>
            <a:r>
              <a:rPr lang="fr-CA" i="1" err="1"/>
              <a:t>Moxostoma</a:t>
            </a:r>
            <a:r>
              <a:rPr lang="fr-CA" i="1"/>
              <a:t> </a:t>
            </a:r>
            <a:r>
              <a:rPr lang="fr-CA" i="1" err="1"/>
              <a:t>hubbsi</a:t>
            </a:r>
            <a:r>
              <a:rPr lang="fr-CA"/>
              <a:t>) comparée à celle de quatre autres espèces de </a:t>
            </a:r>
            <a:r>
              <a:rPr lang="fr-CA" i="1" err="1"/>
              <a:t>Moxostoma</a:t>
            </a:r>
            <a:r>
              <a:rPr lang="fr-CA"/>
              <a:t> (</a:t>
            </a:r>
            <a:r>
              <a:rPr lang="fr-CA" i="1"/>
              <a:t>M. </a:t>
            </a:r>
            <a:r>
              <a:rPr lang="fr-CA" i="1" err="1"/>
              <a:t>anisurum</a:t>
            </a:r>
            <a:r>
              <a:rPr lang="fr-CA" i="1"/>
              <a:t>, M. </a:t>
            </a:r>
            <a:r>
              <a:rPr lang="fr-CA" i="1" err="1"/>
              <a:t>carinatum</a:t>
            </a:r>
            <a:r>
              <a:rPr lang="fr-CA" i="1"/>
              <a:t>, M. </a:t>
            </a:r>
            <a:r>
              <a:rPr lang="fr-CA" i="1" err="1"/>
              <a:t>macrolepidotum</a:t>
            </a:r>
            <a:r>
              <a:rPr lang="fr-CA"/>
              <a:t> et</a:t>
            </a:r>
            <a:r>
              <a:rPr lang="fr-CA" i="1"/>
              <a:t> M. </a:t>
            </a:r>
            <a:r>
              <a:rPr lang="fr-CA" i="1" err="1"/>
              <a:t>valenciennesi</a:t>
            </a:r>
            <a:r>
              <a:rPr lang="fr-CA"/>
              <a:t>). </a:t>
            </a:r>
            <a:r>
              <a:rPr lang="fr-CA" i="1"/>
              <a:t>Canadian Journal of </a:t>
            </a:r>
            <a:r>
              <a:rPr lang="fr-CA" i="1" err="1"/>
              <a:t>Zoology</a:t>
            </a:r>
            <a:r>
              <a:rPr lang="fr-CA"/>
              <a:t>, </a:t>
            </a:r>
            <a:r>
              <a:rPr lang="fr-CA" i="1"/>
              <a:t>70</a:t>
            </a:r>
            <a:r>
              <a:rPr lang="fr-CA"/>
              <a:t>(7), 1354‑1363. </a:t>
            </a:r>
            <a:r>
              <a:rPr lang="fr-CA">
                <a:hlinkClick r:id="rId7">
                  <a:extLst>
                    <a:ext uri="{A12FA001-AC4F-418D-AE19-62706E023703}">
                      <ahyp:hlinkClr xmlns:ahyp="http://schemas.microsoft.com/office/drawing/2018/hyperlinkcolor" val="tx"/>
                    </a:ext>
                  </a:extLst>
                </a:hlinkClick>
              </a:rPr>
              <a:t>https://doi.org/10.1139/z92-191</a:t>
            </a:r>
            <a:endParaRPr lang="fr-CA"/>
          </a:p>
          <a:p>
            <a:pPr marL="180975" indent="-180975">
              <a:buNone/>
            </a:pPr>
            <a:r>
              <a:rPr lang="fr-CA" err="1"/>
              <a:t>NatureServe</a:t>
            </a:r>
            <a:r>
              <a:rPr lang="fr-CA"/>
              <a:t>. (2014). </a:t>
            </a:r>
            <a:r>
              <a:rPr lang="fr-CA" i="1" err="1"/>
              <a:t>Moxostoma</a:t>
            </a:r>
            <a:r>
              <a:rPr lang="fr-CA" i="1"/>
              <a:t> </a:t>
            </a:r>
            <a:r>
              <a:rPr lang="fr-CA" i="1" err="1"/>
              <a:t>hubbsi</a:t>
            </a:r>
            <a:r>
              <a:rPr lang="fr-CA"/>
              <a:t>. The IUCN Red List of </a:t>
            </a:r>
            <a:r>
              <a:rPr lang="fr-CA" err="1"/>
              <a:t>Threatened</a:t>
            </a:r>
            <a:r>
              <a:rPr lang="fr-CA"/>
              <a:t> </a:t>
            </a:r>
            <a:r>
              <a:rPr lang="fr-CA" err="1"/>
              <a:t>Species</a:t>
            </a:r>
            <a:r>
              <a:rPr lang="fr-CA"/>
              <a:t>. </a:t>
            </a:r>
            <a:r>
              <a:rPr lang="fr-CA">
                <a:hlinkClick r:id="rId8">
                  <a:extLst>
                    <a:ext uri="{A12FA001-AC4F-418D-AE19-62706E023703}">
                      <ahyp:hlinkClr xmlns:ahyp="http://schemas.microsoft.com/office/drawing/2018/hyperlinkcolor" val="tx"/>
                    </a:ext>
                  </a:extLst>
                </a:hlinkClick>
              </a:rPr>
              <a:t>https://doi.org/10.2305/IUCN.UK.2014-1.RLTS.T13917A58135857.en</a:t>
            </a:r>
            <a:endParaRPr lang="fr-CA"/>
          </a:p>
          <a:p>
            <a:pPr marL="180975" indent="-180975">
              <a:buNone/>
            </a:pPr>
            <a:r>
              <a:rPr lang="fr-CA"/>
              <a:t>Roberts, L. J., Taylor, J. et Garcia de </a:t>
            </a:r>
            <a:r>
              <a:rPr lang="fr-CA" err="1"/>
              <a:t>Leaniz</a:t>
            </a:r>
            <a:r>
              <a:rPr lang="fr-CA"/>
              <a:t>, C. (2011). </a:t>
            </a:r>
            <a:r>
              <a:rPr lang="fr-CA" err="1"/>
              <a:t>Environmental</a:t>
            </a:r>
            <a:r>
              <a:rPr lang="fr-CA"/>
              <a:t> </a:t>
            </a:r>
            <a:r>
              <a:rPr lang="fr-CA" err="1"/>
              <a:t>enrichment</a:t>
            </a:r>
            <a:r>
              <a:rPr lang="fr-CA"/>
              <a:t> </a:t>
            </a:r>
            <a:r>
              <a:rPr lang="fr-CA" err="1"/>
              <a:t>reduces</a:t>
            </a:r>
            <a:r>
              <a:rPr lang="fr-CA"/>
              <a:t> </a:t>
            </a:r>
            <a:r>
              <a:rPr lang="fr-CA" err="1"/>
              <a:t>maladaptive</a:t>
            </a:r>
            <a:r>
              <a:rPr lang="fr-CA"/>
              <a:t> </a:t>
            </a:r>
            <a:r>
              <a:rPr lang="fr-CA" err="1"/>
              <a:t>risk-taking</a:t>
            </a:r>
            <a:r>
              <a:rPr lang="fr-CA"/>
              <a:t> </a:t>
            </a:r>
            <a:r>
              <a:rPr lang="fr-CA" err="1"/>
              <a:t>behavior</a:t>
            </a:r>
            <a:r>
              <a:rPr lang="fr-CA"/>
              <a:t> in </a:t>
            </a:r>
            <a:r>
              <a:rPr lang="fr-CA" err="1"/>
              <a:t>salmon</a:t>
            </a:r>
            <a:r>
              <a:rPr lang="fr-CA"/>
              <a:t> </a:t>
            </a:r>
            <a:r>
              <a:rPr lang="fr-CA" err="1"/>
              <a:t>reared</a:t>
            </a:r>
            <a:r>
              <a:rPr lang="fr-CA"/>
              <a:t> for conservation. </a:t>
            </a:r>
            <a:r>
              <a:rPr lang="fr-CA" i="1" err="1"/>
              <a:t>Biological</a:t>
            </a:r>
            <a:r>
              <a:rPr lang="fr-CA" i="1"/>
              <a:t> Conservation</a:t>
            </a:r>
            <a:r>
              <a:rPr lang="fr-CA"/>
              <a:t>, </a:t>
            </a:r>
            <a:r>
              <a:rPr lang="fr-CA" i="1"/>
              <a:t>144</a:t>
            </a:r>
            <a:r>
              <a:rPr lang="fr-CA"/>
              <a:t>(7), 1972‑1979. </a:t>
            </a:r>
            <a:r>
              <a:rPr lang="fr-CA">
                <a:hlinkClick r:id="rId9">
                  <a:extLst>
                    <a:ext uri="{A12FA001-AC4F-418D-AE19-62706E023703}">
                      <ahyp:hlinkClr xmlns:ahyp="http://schemas.microsoft.com/office/drawing/2018/hyperlinkcolor" val="tx"/>
                    </a:ext>
                  </a:extLst>
                </a:hlinkClick>
              </a:rPr>
              <a:t>https://doi.org/10.1016/j.biocon.2011.04.017</a:t>
            </a:r>
            <a:endParaRPr lang="fr-CA"/>
          </a:p>
          <a:p>
            <a:pPr marL="180975" indent="-180975">
              <a:buNone/>
            </a:pPr>
            <a:r>
              <a:rPr lang="fr-CA"/>
              <a:t>Vachon, N. (2010). </a:t>
            </a:r>
            <a:r>
              <a:rPr lang="fr-CA" i="1"/>
              <a:t>Reproduction artificielle, ensemencements et suivi du recrutement du chevalier cuivré en 2009</a:t>
            </a:r>
            <a:r>
              <a:rPr lang="fr-CA"/>
              <a:t>. Ministère des Ressources naturelles et de la Faune.</a:t>
            </a:r>
          </a:p>
          <a:p>
            <a:pPr marL="180975" indent="-180975">
              <a:buNone/>
            </a:pPr>
            <a:r>
              <a:rPr lang="fr-CA"/>
              <a:t>Vachon, N. (2020). </a:t>
            </a:r>
            <a:r>
              <a:rPr lang="fr-CA" i="1"/>
              <a:t>Recherche de subadultes du chevalier cuivré et suivi du recrutement en 2016</a:t>
            </a:r>
            <a:r>
              <a:rPr lang="fr-CA"/>
              <a:t>. </a:t>
            </a:r>
            <a:r>
              <a:rPr lang="fr-CA">
                <a:hlinkClick r:id="rId10">
                  <a:extLst>
                    <a:ext uri="{A12FA001-AC4F-418D-AE19-62706E023703}">
                      <ahyp:hlinkClr xmlns:ahyp="http://schemas.microsoft.com/office/drawing/2018/hyperlinkcolor" val="tx"/>
                    </a:ext>
                  </a:extLst>
                </a:hlinkClick>
              </a:rPr>
              <a:t>https://doi.org/10.13140/RG.2.2.33614.79689</a:t>
            </a:r>
            <a:endParaRPr lang="fr-CA"/>
          </a:p>
          <a:p>
            <a:pPr marL="180975" indent="-180975">
              <a:buNone/>
            </a:pPr>
            <a:r>
              <a:rPr lang="fr-CA"/>
              <a:t>Vachon, N. (2021a). </a:t>
            </a:r>
            <a:r>
              <a:rPr lang="fr-CA" i="1"/>
              <a:t>Reproduction artificielle, ensemencement et suivi de la population du chevalier cuivré (</a:t>
            </a:r>
            <a:r>
              <a:rPr lang="fr-CA" err="1"/>
              <a:t>Moxostoma</a:t>
            </a:r>
            <a:r>
              <a:rPr lang="fr-CA"/>
              <a:t> </a:t>
            </a:r>
            <a:r>
              <a:rPr lang="fr-CA" err="1"/>
              <a:t>hubbsi</a:t>
            </a:r>
            <a:r>
              <a:rPr lang="fr-CA" i="1"/>
              <a:t>) en 2017</a:t>
            </a:r>
            <a:r>
              <a:rPr lang="fr-CA"/>
              <a:t>.</a:t>
            </a:r>
          </a:p>
          <a:p>
            <a:pPr marL="180975" indent="-180975">
              <a:buNone/>
            </a:pPr>
            <a:r>
              <a:rPr lang="fr-CA"/>
              <a:t>Vachon, N. (2021b). </a:t>
            </a:r>
            <a:r>
              <a:rPr lang="fr-CA" i="1"/>
              <a:t>Reproduction artificielle, ensemencements et suivi de la population du chevalier cuivré (</a:t>
            </a:r>
            <a:r>
              <a:rPr lang="fr-CA" err="1"/>
              <a:t>Moxostoma</a:t>
            </a:r>
            <a:r>
              <a:rPr lang="fr-CA"/>
              <a:t> </a:t>
            </a:r>
            <a:r>
              <a:rPr lang="fr-CA" err="1"/>
              <a:t>hubbsi</a:t>
            </a:r>
            <a:r>
              <a:rPr lang="fr-CA" i="1"/>
              <a:t>) en 2018</a:t>
            </a:r>
            <a:r>
              <a:rPr lang="fr-CA"/>
              <a:t>.</a:t>
            </a:r>
          </a:p>
          <a:p>
            <a:pPr marL="180975" indent="-180975">
              <a:buNone/>
            </a:pPr>
            <a:r>
              <a:rPr lang="fr-CA"/>
              <a:t>Vachon, N. (2021c). </a:t>
            </a:r>
            <a:r>
              <a:rPr lang="fr-CA" i="1"/>
              <a:t>Reproduction artificielle, ensemencements et suivi de la population du chevalier cuivré (</a:t>
            </a:r>
            <a:r>
              <a:rPr lang="fr-CA" err="1"/>
              <a:t>Moxostoma</a:t>
            </a:r>
            <a:r>
              <a:rPr lang="fr-CA"/>
              <a:t> </a:t>
            </a:r>
            <a:r>
              <a:rPr lang="fr-CA" err="1"/>
              <a:t>hubbsi</a:t>
            </a:r>
            <a:r>
              <a:rPr lang="fr-CA" i="1"/>
              <a:t>) en 2019</a:t>
            </a:r>
            <a:r>
              <a:rPr lang="fr-CA"/>
              <a:t>. </a:t>
            </a:r>
            <a:r>
              <a:rPr lang="fr-CA">
                <a:solidFill>
                  <a:srgbClr val="778BA2"/>
                </a:solidFill>
                <a:hlinkClick r:id="rId11">
                  <a:extLst>
                    <a:ext uri="{A12FA001-AC4F-418D-AE19-62706E023703}">
                      <ahyp:hlinkClr xmlns:ahyp="http://schemas.microsoft.com/office/drawing/2018/hyperlinkcolor" val="tx"/>
                    </a:ext>
                  </a:extLst>
                </a:hlinkClick>
              </a:rPr>
              <a:t>https://www.researchgate.net/publication/356970163_Reproduction_artificielle_ensemencements_et_suivi_de_la_population_du_chevalier_cuivre_Moxostoma_hubbsi_en_</a:t>
            </a:r>
            <a:r>
              <a:rPr lang="fr-CA">
                <a:hlinkClick r:id="rId11">
                  <a:extLst>
                    <a:ext uri="{A12FA001-AC4F-418D-AE19-62706E023703}">
                      <ahyp:hlinkClr xmlns:ahyp="http://schemas.microsoft.com/office/drawing/2018/hyperlinkcolor" val="tx"/>
                    </a:ext>
                  </a:extLst>
                </a:hlinkClick>
              </a:rPr>
              <a:t>2019</a:t>
            </a:r>
            <a:endParaRPr lang="fr-CA"/>
          </a:p>
          <a:p>
            <a:pPr marL="180975" indent="-180975">
              <a:buNone/>
            </a:pPr>
            <a:endParaRPr lang="fr-CA"/>
          </a:p>
        </p:txBody>
      </p:sp>
    </p:spTree>
    <p:extLst>
      <p:ext uri="{BB962C8B-B14F-4D97-AF65-F5344CB8AC3E}">
        <p14:creationId xmlns:p14="http://schemas.microsoft.com/office/powerpoint/2010/main" val="3557562823"/>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TM03457491[[fn=Métropolitain]]</Template>
  <TotalTime>404</TotalTime>
  <Words>675</Words>
  <Application>Microsoft Office PowerPoint</Application>
  <PresentationFormat>Grand écran</PresentationFormat>
  <Paragraphs>65</Paragraphs>
  <Slides>28</Slides>
  <Notes>26</Notes>
  <HiddenSlides>0</HiddenSlides>
  <MMClips>0</MMClips>
  <ScaleCrop>false</ScaleCrop>
  <HeadingPairs>
    <vt:vector size="4" baseType="variant">
      <vt:variant>
        <vt:lpstr>Thème</vt:lpstr>
      </vt:variant>
      <vt:variant>
        <vt:i4>1</vt:i4>
      </vt:variant>
      <vt:variant>
        <vt:lpstr>Titres des diapositives</vt:lpstr>
      </vt:variant>
      <vt:variant>
        <vt:i4>28</vt:i4>
      </vt:variant>
    </vt:vector>
  </HeadingPairs>
  <TitlesOfParts>
    <vt:vector size="29" baseType="lpstr">
      <vt:lpstr>ChronicleVTI</vt:lpstr>
      <vt:lpstr>État de la situation du chevalier cuivré </vt:lpstr>
      <vt:lpstr>Distribution géographique</vt:lpstr>
      <vt:lpstr>Traits d’histoire de vie</vt:lpstr>
      <vt:lpstr>État Légal</vt:lpstr>
      <vt:lpstr>Menaces</vt:lpstr>
      <vt:lpstr>Mesures établies</vt:lpstr>
      <vt:lpstr>Qu’indique les prédictions pour les  100 prochaines années?</vt:lpstr>
      <vt:lpstr>Méthode</vt:lpstr>
      <vt:lpstr>Données </vt:lpstr>
      <vt:lpstr>Modèle</vt:lpstr>
      <vt:lpstr>Résultats</vt:lpstr>
      <vt:lpstr>Présentation PowerPoint</vt:lpstr>
      <vt:lpstr>Présentation PowerPoint</vt:lpstr>
      <vt:lpstr>Discussion</vt:lpstr>
      <vt:lpstr>Impact sur la conservation</vt:lpstr>
      <vt:lpstr>Limitations de l’étude</vt:lpstr>
      <vt:lpstr>Partie 2</vt:lpstr>
      <vt:lpstr>Un modèle plus simple peut-il représenter la réalité?</vt:lpstr>
      <vt:lpstr>Méthode</vt:lpstr>
      <vt:lpstr>Matrices</vt:lpstr>
      <vt:lpstr>Avantages Désavantages </vt:lpstr>
      <vt:lpstr>Résultats</vt:lpstr>
      <vt:lpstr>Présentation PowerPoint</vt:lpstr>
      <vt:lpstr>Présentation PowerPoint</vt:lpstr>
      <vt:lpstr>Discussion</vt:lpstr>
      <vt:lpstr>Conclusion</vt:lpstr>
      <vt:lpstr>Merci !</vt:lpstr>
      <vt:lpstr>Bibliographie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Tristan Plasse</dc:creator>
  <cp:lastModifiedBy>Tristan Plasse</cp:lastModifiedBy>
  <cp:revision>558</cp:revision>
  <dcterms:created xsi:type="dcterms:W3CDTF">2026-04-15T19:59:23Z</dcterms:created>
  <dcterms:modified xsi:type="dcterms:W3CDTF">2026-04-17T04:15:00Z</dcterms:modified>
</cp:coreProperties>
</file>
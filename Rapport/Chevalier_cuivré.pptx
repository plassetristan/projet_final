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5"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7" r:id="rId12"/>
    <p:sldId id="269" r:id="rId13"/>
    <p:sldId id="266"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04B8DB3-0E07-4C81-8CE6-75F1F7AC2095}" v="32" dt="2026-04-16T01:04:13.45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98" d="100"/>
          <a:sy n="98" d="100"/>
        </p:scale>
        <p:origin x="96" y="15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21"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ristan Plasse" userId="13c698b9-43c4-4271-b359-faaadca0774b" providerId="ADAL" clId="{FE460185-D4AE-4375-BA71-CD1D7F2341F0}"/>
    <pc:docChg chg="undo custSel addSld delSld modSld addMainMaster delMainMaster">
      <pc:chgData name="Tristan Plasse" userId="13c698b9-43c4-4271-b359-faaadca0774b" providerId="ADAL" clId="{FE460185-D4AE-4375-BA71-CD1D7F2341F0}" dt="2026-04-16T01:28:41.119" v="2608" actId="20577"/>
      <pc:docMkLst>
        <pc:docMk/>
      </pc:docMkLst>
      <pc:sldChg chg="addSp delSp modSp mod setBg modClrScheme setClrOvrMap chgLayout">
        <pc:chgData name="Tristan Plasse" userId="13c698b9-43c4-4271-b359-faaadca0774b" providerId="ADAL" clId="{FE460185-D4AE-4375-BA71-CD1D7F2341F0}" dt="2026-04-15T20:11:43.034" v="71" actId="1076"/>
        <pc:sldMkLst>
          <pc:docMk/>
          <pc:sldMk cId="3055694646" sldId="256"/>
        </pc:sldMkLst>
        <pc:spChg chg="add del mod ord">
          <ac:chgData name="Tristan Plasse" userId="13c698b9-43c4-4271-b359-faaadca0774b" providerId="ADAL" clId="{FE460185-D4AE-4375-BA71-CD1D7F2341F0}" dt="2026-04-15T20:11:02.110" v="50" actId="26606"/>
          <ac:spMkLst>
            <pc:docMk/>
            <pc:sldMk cId="3055694646" sldId="256"/>
            <ac:spMk id="2" creationId="{0CE52AE1-F528-9ADC-1794-EB43A5F9C6EB}"/>
          </ac:spMkLst>
        </pc:spChg>
        <pc:spChg chg="del mod">
          <ac:chgData name="Tristan Plasse" userId="13c698b9-43c4-4271-b359-faaadca0774b" providerId="ADAL" clId="{FE460185-D4AE-4375-BA71-CD1D7F2341F0}" dt="2026-04-15T20:10:54.116" v="49" actId="478"/>
          <ac:spMkLst>
            <pc:docMk/>
            <pc:sldMk cId="3055694646" sldId="256"/>
            <ac:spMk id="3" creationId="{D5825A9E-4B50-0AAC-F66B-40BEDCEF7DB7}"/>
          </ac:spMkLst>
        </pc:spChg>
        <pc:spChg chg="add del mod">
          <ac:chgData name="Tristan Plasse" userId="13c698b9-43c4-4271-b359-faaadca0774b" providerId="ADAL" clId="{FE460185-D4AE-4375-BA71-CD1D7F2341F0}" dt="2026-04-15T20:10:51.517" v="48" actId="478"/>
          <ac:spMkLst>
            <pc:docMk/>
            <pc:sldMk cId="3055694646" sldId="256"/>
            <ac:spMk id="5" creationId="{305E91D6-0A44-DBAE-EB09-7D0D20D592DC}"/>
          </ac:spMkLst>
        </pc:spChg>
        <pc:spChg chg="add mod">
          <ac:chgData name="Tristan Plasse" userId="13c698b9-43c4-4271-b359-faaadca0774b" providerId="ADAL" clId="{FE460185-D4AE-4375-BA71-CD1D7F2341F0}" dt="2026-04-15T20:11:43.034" v="71" actId="1076"/>
          <ac:spMkLst>
            <pc:docMk/>
            <pc:sldMk cId="3055694646" sldId="256"/>
            <ac:spMk id="6" creationId="{600198B9-2037-B1E5-2DF2-16A96F60CC76}"/>
          </ac:spMkLst>
        </pc:spChg>
        <pc:spChg chg="add del">
          <ac:chgData name="Tristan Plasse" userId="13c698b9-43c4-4271-b359-faaadca0774b" providerId="ADAL" clId="{FE460185-D4AE-4375-BA71-CD1D7F2341F0}" dt="2026-04-15T20:11:02.110" v="50" actId="26606"/>
          <ac:spMkLst>
            <pc:docMk/>
            <pc:sldMk cId="3055694646" sldId="256"/>
            <ac:spMk id="1031" creationId="{D4995BF0-8E87-4ECF-904C-D047955C15CE}"/>
          </ac:spMkLst>
        </pc:spChg>
        <pc:spChg chg="add">
          <ac:chgData name="Tristan Plasse" userId="13c698b9-43c4-4271-b359-faaadca0774b" providerId="ADAL" clId="{FE460185-D4AE-4375-BA71-CD1D7F2341F0}" dt="2026-04-15T20:11:02.110" v="50" actId="26606"/>
          <ac:spMkLst>
            <pc:docMk/>
            <pc:sldMk cId="3055694646" sldId="256"/>
            <ac:spMk id="1036" creationId="{0EECA69B-4C2A-7F31-8019-E90DB3BD49CB}"/>
          </ac:spMkLst>
        </pc:spChg>
        <pc:spChg chg="add">
          <ac:chgData name="Tristan Plasse" userId="13c698b9-43c4-4271-b359-faaadca0774b" providerId="ADAL" clId="{FE460185-D4AE-4375-BA71-CD1D7F2341F0}" dt="2026-04-15T20:11:02.110" v="50" actId="26606"/>
          <ac:spMkLst>
            <pc:docMk/>
            <pc:sldMk cId="3055694646" sldId="256"/>
            <ac:spMk id="1038" creationId="{857DEAC1-B3AA-6569-0A44-A191DF2F3C67}"/>
          </ac:spMkLst>
        </pc:spChg>
        <pc:picChg chg="mod">
          <ac:chgData name="Tristan Plasse" userId="13c698b9-43c4-4271-b359-faaadca0774b" providerId="ADAL" clId="{FE460185-D4AE-4375-BA71-CD1D7F2341F0}" dt="2026-04-15T20:11:02.110" v="50" actId="26606"/>
          <ac:picMkLst>
            <pc:docMk/>
            <pc:sldMk cId="3055694646" sldId="256"/>
            <ac:picMk id="1026" creationId="{0CB3B93C-FECB-E6B1-0F9A-DA4D100674A8}"/>
          </ac:picMkLst>
        </pc:picChg>
      </pc:sldChg>
      <pc:sldChg chg="addSp delSp modSp new mod setBg">
        <pc:chgData name="Tristan Plasse" userId="13c698b9-43c4-4271-b359-faaadca0774b" providerId="ADAL" clId="{FE460185-D4AE-4375-BA71-CD1D7F2341F0}" dt="2026-04-15T20:39:46.867" v="256" actId="20577"/>
        <pc:sldMkLst>
          <pc:docMk/>
          <pc:sldMk cId="1391683424" sldId="257"/>
        </pc:sldMkLst>
        <pc:spChg chg="mod">
          <ac:chgData name="Tristan Plasse" userId="13c698b9-43c4-4271-b359-faaadca0774b" providerId="ADAL" clId="{FE460185-D4AE-4375-BA71-CD1D7F2341F0}" dt="2026-04-15T20:15:07.032" v="106" actId="26606"/>
          <ac:spMkLst>
            <pc:docMk/>
            <pc:sldMk cId="1391683424" sldId="257"/>
            <ac:spMk id="2" creationId="{3966A9B0-B00E-6660-A54E-CFEC48403854}"/>
          </ac:spMkLst>
        </pc:spChg>
        <pc:spChg chg="del">
          <ac:chgData name="Tristan Plasse" userId="13c698b9-43c4-4271-b359-faaadca0774b" providerId="ADAL" clId="{FE460185-D4AE-4375-BA71-CD1D7F2341F0}" dt="2026-04-15T20:15:01.467" v="104" actId="478"/>
          <ac:spMkLst>
            <pc:docMk/>
            <pc:sldMk cId="1391683424" sldId="257"/>
            <ac:spMk id="3" creationId="{4F263C79-35EC-4077-2697-18199ECA804D}"/>
          </ac:spMkLst>
        </pc:spChg>
        <pc:spChg chg="add mod">
          <ac:chgData name="Tristan Plasse" userId="13c698b9-43c4-4271-b359-faaadca0774b" providerId="ADAL" clId="{FE460185-D4AE-4375-BA71-CD1D7F2341F0}" dt="2026-04-15T20:39:46.867" v="256" actId="20577"/>
          <ac:spMkLst>
            <pc:docMk/>
            <pc:sldMk cId="1391683424" sldId="257"/>
            <ac:spMk id="6" creationId="{124E7EEB-9B05-0948-3014-4C918A1E1AF7}"/>
          </ac:spMkLst>
        </pc:spChg>
        <pc:spChg chg="add">
          <ac:chgData name="Tristan Plasse" userId="13c698b9-43c4-4271-b359-faaadca0774b" providerId="ADAL" clId="{FE460185-D4AE-4375-BA71-CD1D7F2341F0}" dt="2026-04-15T20:15:07.032" v="106" actId="26606"/>
          <ac:spMkLst>
            <pc:docMk/>
            <pc:sldMk cId="1391683424" sldId="257"/>
            <ac:spMk id="14" creationId="{33E93247-6229-44AB-A550-739E971E690B}"/>
          </ac:spMkLst>
        </pc:spChg>
        <pc:picChg chg="add mod">
          <ac:chgData name="Tristan Plasse" userId="13c698b9-43c4-4271-b359-faaadca0774b" providerId="ADAL" clId="{FE460185-D4AE-4375-BA71-CD1D7F2341F0}" dt="2026-04-15T20:15:07.032" v="106" actId="26606"/>
          <ac:picMkLst>
            <pc:docMk/>
            <pc:sldMk cId="1391683424" sldId="257"/>
            <ac:picMk id="5" creationId="{65DA162E-E9CE-5AEB-BBA2-D5769AD0C527}"/>
          </ac:picMkLst>
        </pc:picChg>
        <pc:cxnChg chg="add">
          <ac:chgData name="Tristan Plasse" userId="13c698b9-43c4-4271-b359-faaadca0774b" providerId="ADAL" clId="{FE460185-D4AE-4375-BA71-CD1D7F2341F0}" dt="2026-04-15T20:15:07.032" v="106" actId="26606"/>
          <ac:cxnSpMkLst>
            <pc:docMk/>
            <pc:sldMk cId="1391683424" sldId="257"/>
            <ac:cxnSpMk id="10" creationId="{F64F9B95-9045-48D2-B9F3-2927E98F54AA}"/>
          </ac:cxnSpMkLst>
        </pc:cxnChg>
        <pc:cxnChg chg="add">
          <ac:chgData name="Tristan Plasse" userId="13c698b9-43c4-4271-b359-faaadca0774b" providerId="ADAL" clId="{FE460185-D4AE-4375-BA71-CD1D7F2341F0}" dt="2026-04-15T20:15:07.032" v="106" actId="26606"/>
          <ac:cxnSpMkLst>
            <pc:docMk/>
            <pc:sldMk cId="1391683424" sldId="257"/>
            <ac:cxnSpMk id="12" creationId="{085AA86F-6A4D-4BCB-A045-D992CDC2959B}"/>
          </ac:cxnSpMkLst>
        </pc:cxnChg>
        <pc:cxnChg chg="add">
          <ac:chgData name="Tristan Plasse" userId="13c698b9-43c4-4271-b359-faaadca0774b" providerId="ADAL" clId="{FE460185-D4AE-4375-BA71-CD1D7F2341F0}" dt="2026-04-15T20:15:07.032" v="106" actId="26606"/>
          <ac:cxnSpMkLst>
            <pc:docMk/>
            <pc:sldMk cId="1391683424" sldId="257"/>
            <ac:cxnSpMk id="16" creationId="{EE2E603F-4A95-4FE8-BB06-211DFD75DBEF}"/>
          </ac:cxnSpMkLst>
        </pc:cxnChg>
      </pc:sldChg>
      <pc:sldChg chg="addSp modSp new mod">
        <pc:chgData name="Tristan Plasse" userId="13c698b9-43c4-4271-b359-faaadca0774b" providerId="ADAL" clId="{FE460185-D4AE-4375-BA71-CD1D7F2341F0}" dt="2026-04-15T21:49:45.861" v="709" actId="1076"/>
        <pc:sldMkLst>
          <pc:docMk/>
          <pc:sldMk cId="2350281507" sldId="258"/>
        </pc:sldMkLst>
        <pc:spChg chg="mod">
          <ac:chgData name="Tristan Plasse" userId="13c698b9-43c4-4271-b359-faaadca0774b" providerId="ADAL" clId="{FE460185-D4AE-4375-BA71-CD1D7F2341F0}" dt="2026-04-15T20:40:14.005" v="282" actId="20577"/>
          <ac:spMkLst>
            <pc:docMk/>
            <pc:sldMk cId="2350281507" sldId="258"/>
            <ac:spMk id="2" creationId="{85F7DF9E-5635-E99D-49EF-F09E563F0FE1}"/>
          </ac:spMkLst>
        </pc:spChg>
        <pc:spChg chg="mod">
          <ac:chgData name="Tristan Plasse" userId="13c698b9-43c4-4271-b359-faaadca0774b" providerId="ADAL" clId="{FE460185-D4AE-4375-BA71-CD1D7F2341F0}" dt="2026-04-15T21:42:10.756" v="522" actId="20577"/>
          <ac:spMkLst>
            <pc:docMk/>
            <pc:sldMk cId="2350281507" sldId="258"/>
            <ac:spMk id="3" creationId="{08F967FB-148E-F4FA-95FA-17BCCB19C653}"/>
          </ac:spMkLst>
        </pc:spChg>
        <pc:spChg chg="add mod">
          <ac:chgData name="Tristan Plasse" userId="13c698b9-43c4-4271-b359-faaadca0774b" providerId="ADAL" clId="{FE460185-D4AE-4375-BA71-CD1D7F2341F0}" dt="2026-04-15T21:49:45.861" v="709" actId="1076"/>
          <ac:spMkLst>
            <pc:docMk/>
            <pc:sldMk cId="2350281507" sldId="258"/>
            <ac:spMk id="4" creationId="{3C84EBBA-709C-4ACC-BEB0-09511221D222}"/>
          </ac:spMkLst>
        </pc:spChg>
      </pc:sldChg>
      <pc:sldChg chg="addSp delSp modSp new mod setBg">
        <pc:chgData name="Tristan Plasse" userId="13c698b9-43c4-4271-b359-faaadca0774b" providerId="ADAL" clId="{FE460185-D4AE-4375-BA71-CD1D7F2341F0}" dt="2026-04-15T21:44:19.349" v="540" actId="1076"/>
        <pc:sldMkLst>
          <pc:docMk/>
          <pc:sldMk cId="2325527580" sldId="259"/>
        </pc:sldMkLst>
        <pc:spChg chg="mod">
          <ac:chgData name="Tristan Plasse" userId="13c698b9-43c4-4271-b359-faaadca0774b" providerId="ADAL" clId="{FE460185-D4AE-4375-BA71-CD1D7F2341F0}" dt="2026-04-15T21:43:10.126" v="527" actId="26606"/>
          <ac:spMkLst>
            <pc:docMk/>
            <pc:sldMk cId="2325527580" sldId="259"/>
            <ac:spMk id="2" creationId="{99FA08C0-86C6-2EC3-99EB-1F5428E7314C}"/>
          </ac:spMkLst>
        </pc:spChg>
        <pc:spChg chg="mod ord">
          <ac:chgData name="Tristan Plasse" userId="13c698b9-43c4-4271-b359-faaadca0774b" providerId="ADAL" clId="{FE460185-D4AE-4375-BA71-CD1D7F2341F0}" dt="2026-04-15T21:43:10.126" v="527" actId="26606"/>
          <ac:spMkLst>
            <pc:docMk/>
            <pc:sldMk cId="2325527580" sldId="259"/>
            <ac:spMk id="3" creationId="{7BB24C08-EB63-95EB-768C-99638678B5F8}"/>
          </ac:spMkLst>
        </pc:spChg>
        <pc:spChg chg="add del">
          <ac:chgData name="Tristan Plasse" userId="13c698b9-43c4-4271-b359-faaadca0774b" providerId="ADAL" clId="{FE460185-D4AE-4375-BA71-CD1D7F2341F0}" dt="2026-04-15T21:43:10.126" v="527" actId="26606"/>
          <ac:spMkLst>
            <pc:docMk/>
            <pc:sldMk cId="2325527580" sldId="259"/>
            <ac:spMk id="10" creationId="{E49D7415-2F11-44C2-B6AA-13A25B6814B9}"/>
          </ac:spMkLst>
        </pc:spChg>
        <pc:picChg chg="add del mod modCrop">
          <ac:chgData name="Tristan Plasse" userId="13c698b9-43c4-4271-b359-faaadca0774b" providerId="ADAL" clId="{FE460185-D4AE-4375-BA71-CD1D7F2341F0}" dt="2026-04-15T21:43:48.833" v="531" actId="478"/>
          <ac:picMkLst>
            <pc:docMk/>
            <pc:sldMk cId="2325527580" sldId="259"/>
            <ac:picMk id="5" creationId="{F5B68427-0CE3-23BE-4CF6-4CD44846B64E}"/>
          </ac:picMkLst>
        </pc:picChg>
        <pc:picChg chg="add mod modCrop">
          <ac:chgData name="Tristan Plasse" userId="13c698b9-43c4-4271-b359-faaadca0774b" providerId="ADAL" clId="{FE460185-D4AE-4375-BA71-CD1D7F2341F0}" dt="2026-04-15T21:44:19.349" v="540" actId="1076"/>
          <ac:picMkLst>
            <pc:docMk/>
            <pc:sldMk cId="2325527580" sldId="259"/>
            <ac:picMk id="7" creationId="{AF1EF429-633A-7988-D1D5-91EBC3583ADA}"/>
          </ac:picMkLst>
        </pc:picChg>
        <pc:cxnChg chg="add del">
          <ac:chgData name="Tristan Plasse" userId="13c698b9-43c4-4271-b359-faaadca0774b" providerId="ADAL" clId="{FE460185-D4AE-4375-BA71-CD1D7F2341F0}" dt="2026-04-15T21:43:10.126" v="527" actId="26606"/>
          <ac:cxnSpMkLst>
            <pc:docMk/>
            <pc:sldMk cId="2325527580" sldId="259"/>
            <ac:cxnSpMk id="12" creationId="{BCE733BF-B95F-4869-AB8F-D90C6F595769}"/>
          </ac:cxnSpMkLst>
        </pc:cxnChg>
        <pc:cxnChg chg="add del">
          <ac:chgData name="Tristan Plasse" userId="13c698b9-43c4-4271-b359-faaadca0774b" providerId="ADAL" clId="{FE460185-D4AE-4375-BA71-CD1D7F2341F0}" dt="2026-04-15T21:43:10.126" v="527" actId="26606"/>
          <ac:cxnSpMkLst>
            <pc:docMk/>
            <pc:sldMk cId="2325527580" sldId="259"/>
            <ac:cxnSpMk id="14" creationId="{8D1166D6-1A36-41B0-8A82-37761E6F3DF9}"/>
          </ac:cxnSpMkLst>
        </pc:cxnChg>
      </pc:sldChg>
      <pc:sldChg chg="addSp modSp new mod">
        <pc:chgData name="Tristan Plasse" userId="13c698b9-43c4-4271-b359-faaadca0774b" providerId="ADAL" clId="{FE460185-D4AE-4375-BA71-CD1D7F2341F0}" dt="2026-04-15T21:49:40.774" v="708" actId="1076"/>
        <pc:sldMkLst>
          <pc:docMk/>
          <pc:sldMk cId="1599520098" sldId="260"/>
        </pc:sldMkLst>
        <pc:spChg chg="mod">
          <ac:chgData name="Tristan Plasse" userId="13c698b9-43c4-4271-b359-faaadca0774b" providerId="ADAL" clId="{FE460185-D4AE-4375-BA71-CD1D7F2341F0}" dt="2026-04-15T21:45:24.613" v="548" actId="20577"/>
          <ac:spMkLst>
            <pc:docMk/>
            <pc:sldMk cId="1599520098" sldId="260"/>
            <ac:spMk id="2" creationId="{E7C3E5AF-0986-10C7-5B5A-31AFD32351E0}"/>
          </ac:spMkLst>
        </pc:spChg>
        <pc:spChg chg="mod">
          <ac:chgData name="Tristan Plasse" userId="13c698b9-43c4-4271-b359-faaadca0774b" providerId="ADAL" clId="{FE460185-D4AE-4375-BA71-CD1D7F2341F0}" dt="2026-04-15T21:48:26.450" v="701" actId="2710"/>
          <ac:spMkLst>
            <pc:docMk/>
            <pc:sldMk cId="1599520098" sldId="260"/>
            <ac:spMk id="3" creationId="{F6627DAA-C04C-19E3-39BE-69C18BACE455}"/>
          </ac:spMkLst>
        </pc:spChg>
        <pc:spChg chg="add mod">
          <ac:chgData name="Tristan Plasse" userId="13c698b9-43c4-4271-b359-faaadca0774b" providerId="ADAL" clId="{FE460185-D4AE-4375-BA71-CD1D7F2341F0}" dt="2026-04-15T21:49:40.774" v="708" actId="1076"/>
          <ac:spMkLst>
            <pc:docMk/>
            <pc:sldMk cId="1599520098" sldId="260"/>
            <ac:spMk id="4" creationId="{33A4A1E8-3978-9829-02B8-61A4FC6F24CA}"/>
          </ac:spMkLst>
        </pc:spChg>
      </pc:sldChg>
      <pc:sldChg chg="addSp modSp new mod">
        <pc:chgData name="Tristan Plasse" userId="13c698b9-43c4-4271-b359-faaadca0774b" providerId="ADAL" clId="{FE460185-D4AE-4375-BA71-CD1D7F2341F0}" dt="2026-04-15T21:54:55.805" v="895" actId="2710"/>
        <pc:sldMkLst>
          <pc:docMk/>
          <pc:sldMk cId="168328588" sldId="261"/>
        </pc:sldMkLst>
        <pc:spChg chg="mod">
          <ac:chgData name="Tristan Plasse" userId="13c698b9-43c4-4271-b359-faaadca0774b" providerId="ADAL" clId="{FE460185-D4AE-4375-BA71-CD1D7F2341F0}" dt="2026-04-15T21:50:55.598" v="726" actId="20577"/>
          <ac:spMkLst>
            <pc:docMk/>
            <pc:sldMk cId="168328588" sldId="261"/>
            <ac:spMk id="2" creationId="{AEE04216-6D2E-A2C1-A5AA-428D85FBE4CC}"/>
          </ac:spMkLst>
        </pc:spChg>
        <pc:spChg chg="mod">
          <ac:chgData name="Tristan Plasse" userId="13c698b9-43c4-4271-b359-faaadca0774b" providerId="ADAL" clId="{FE460185-D4AE-4375-BA71-CD1D7F2341F0}" dt="2026-04-15T21:54:55.805" v="895" actId="2710"/>
          <ac:spMkLst>
            <pc:docMk/>
            <pc:sldMk cId="168328588" sldId="261"/>
            <ac:spMk id="3" creationId="{A014C97A-8C97-1B8C-F372-DA9FF8D7DB66}"/>
          </ac:spMkLst>
        </pc:spChg>
        <pc:spChg chg="add mod">
          <ac:chgData name="Tristan Plasse" userId="13c698b9-43c4-4271-b359-faaadca0774b" providerId="ADAL" clId="{FE460185-D4AE-4375-BA71-CD1D7F2341F0}" dt="2026-04-15T21:54:48.029" v="894" actId="1076"/>
          <ac:spMkLst>
            <pc:docMk/>
            <pc:sldMk cId="168328588" sldId="261"/>
            <ac:spMk id="4" creationId="{8087E245-C941-CE6D-30E8-F3BF687A91FC}"/>
          </ac:spMkLst>
        </pc:spChg>
      </pc:sldChg>
      <pc:sldChg chg="addSp delSp modSp new mod setBg modNotesTx">
        <pc:chgData name="Tristan Plasse" userId="13c698b9-43c4-4271-b359-faaadca0774b" providerId="ADAL" clId="{FE460185-D4AE-4375-BA71-CD1D7F2341F0}" dt="2026-04-15T23:11:54.897" v="1052" actId="20577"/>
        <pc:sldMkLst>
          <pc:docMk/>
          <pc:sldMk cId="1893348209" sldId="262"/>
        </pc:sldMkLst>
        <pc:spChg chg="mod">
          <ac:chgData name="Tristan Plasse" userId="13c698b9-43c4-4271-b359-faaadca0774b" providerId="ADAL" clId="{FE460185-D4AE-4375-BA71-CD1D7F2341F0}" dt="2026-04-15T23:11:02.708" v="973" actId="26606"/>
          <ac:spMkLst>
            <pc:docMk/>
            <pc:sldMk cId="1893348209" sldId="262"/>
            <ac:spMk id="2" creationId="{F6B467CA-0C42-6E0A-98D0-B6F643A87434}"/>
          </ac:spMkLst>
        </pc:spChg>
        <pc:spChg chg="del">
          <ac:chgData name="Tristan Plasse" userId="13c698b9-43c4-4271-b359-faaadca0774b" providerId="ADAL" clId="{FE460185-D4AE-4375-BA71-CD1D7F2341F0}" dt="2026-04-15T23:10:03.586" v="897" actId="478"/>
          <ac:spMkLst>
            <pc:docMk/>
            <pc:sldMk cId="1893348209" sldId="262"/>
            <ac:spMk id="3" creationId="{C932A9B9-82DF-3926-3109-1054CAE029A8}"/>
          </ac:spMkLst>
        </pc:spChg>
        <pc:spChg chg="add">
          <ac:chgData name="Tristan Plasse" userId="13c698b9-43c4-4271-b359-faaadca0774b" providerId="ADAL" clId="{FE460185-D4AE-4375-BA71-CD1D7F2341F0}" dt="2026-04-15T23:11:02.708" v="973" actId="26606"/>
          <ac:spMkLst>
            <pc:docMk/>
            <pc:sldMk cId="1893348209" sldId="262"/>
            <ac:spMk id="11" creationId="{DEF92653-5D6D-47E6-8744-0DAF76E049C4}"/>
          </ac:spMkLst>
        </pc:spChg>
        <pc:cxnChg chg="add">
          <ac:chgData name="Tristan Plasse" userId="13c698b9-43c4-4271-b359-faaadca0774b" providerId="ADAL" clId="{FE460185-D4AE-4375-BA71-CD1D7F2341F0}" dt="2026-04-15T23:11:02.708" v="973" actId="26606"/>
          <ac:cxnSpMkLst>
            <pc:docMk/>
            <pc:sldMk cId="1893348209" sldId="262"/>
            <ac:cxnSpMk id="7" creationId="{F64F9B95-9045-48D2-B9F3-2927E98F54AA}"/>
          </ac:cxnSpMkLst>
        </pc:cxnChg>
        <pc:cxnChg chg="add">
          <ac:chgData name="Tristan Plasse" userId="13c698b9-43c4-4271-b359-faaadca0774b" providerId="ADAL" clId="{FE460185-D4AE-4375-BA71-CD1D7F2341F0}" dt="2026-04-15T23:11:02.708" v="973" actId="26606"/>
          <ac:cxnSpMkLst>
            <pc:docMk/>
            <pc:sldMk cId="1893348209" sldId="262"/>
            <ac:cxnSpMk id="9" creationId="{085AA86F-6A4D-4BCB-A045-D992CDC2959B}"/>
          </ac:cxnSpMkLst>
        </pc:cxnChg>
        <pc:cxnChg chg="add">
          <ac:chgData name="Tristan Plasse" userId="13c698b9-43c4-4271-b359-faaadca0774b" providerId="ADAL" clId="{FE460185-D4AE-4375-BA71-CD1D7F2341F0}" dt="2026-04-15T23:11:02.708" v="973" actId="26606"/>
          <ac:cxnSpMkLst>
            <pc:docMk/>
            <pc:sldMk cId="1893348209" sldId="262"/>
            <ac:cxnSpMk id="13" creationId="{9CA98CE3-81A7-4FFE-A047-9AA65998D877}"/>
          </ac:cxnSpMkLst>
        </pc:cxnChg>
      </pc:sldChg>
      <pc:sldChg chg="addSp delSp modSp new mod setBg">
        <pc:chgData name="Tristan Plasse" userId="13c698b9-43c4-4271-b359-faaadca0774b" providerId="ADAL" clId="{FE460185-D4AE-4375-BA71-CD1D7F2341F0}" dt="2026-04-15T23:32:55.314" v="1202" actId="26606"/>
        <pc:sldMkLst>
          <pc:docMk/>
          <pc:sldMk cId="853938190" sldId="263"/>
        </pc:sldMkLst>
        <pc:spChg chg="mod">
          <ac:chgData name="Tristan Plasse" userId="13c698b9-43c4-4271-b359-faaadca0774b" providerId="ADAL" clId="{FE460185-D4AE-4375-BA71-CD1D7F2341F0}" dt="2026-04-15T23:32:55.314" v="1202" actId="26606"/>
          <ac:spMkLst>
            <pc:docMk/>
            <pc:sldMk cId="853938190" sldId="263"/>
            <ac:spMk id="2" creationId="{0A9A72B5-C255-D953-264E-8350AB3C15D2}"/>
          </ac:spMkLst>
        </pc:spChg>
        <pc:spChg chg="add del mod">
          <ac:chgData name="Tristan Plasse" userId="13c698b9-43c4-4271-b359-faaadca0774b" providerId="ADAL" clId="{FE460185-D4AE-4375-BA71-CD1D7F2341F0}" dt="2026-04-15T23:32:55.314" v="1202" actId="26606"/>
          <ac:spMkLst>
            <pc:docMk/>
            <pc:sldMk cId="853938190" sldId="263"/>
            <ac:spMk id="3" creationId="{E06B7521-C1EE-363D-868F-6BFC00341DCD}"/>
          </ac:spMkLst>
        </pc:spChg>
        <pc:spChg chg="add del">
          <ac:chgData name="Tristan Plasse" userId="13c698b9-43c4-4271-b359-faaadca0774b" providerId="ADAL" clId="{FE460185-D4AE-4375-BA71-CD1D7F2341F0}" dt="2026-04-15T23:32:55.287" v="1201" actId="26606"/>
          <ac:spMkLst>
            <pc:docMk/>
            <pc:sldMk cId="853938190" sldId="263"/>
            <ac:spMk id="9" creationId="{F68B2C62-7648-4430-90D5-AE0F252AF113}"/>
          </ac:spMkLst>
        </pc:spChg>
        <pc:spChg chg="add">
          <ac:chgData name="Tristan Plasse" userId="13c698b9-43c4-4271-b359-faaadca0774b" providerId="ADAL" clId="{FE460185-D4AE-4375-BA71-CD1D7F2341F0}" dt="2026-04-15T23:32:55.314" v="1202" actId="26606"/>
          <ac:spMkLst>
            <pc:docMk/>
            <pc:sldMk cId="853938190" sldId="263"/>
            <ac:spMk id="15" creationId="{F68B2C62-7648-4430-90D5-AE0F252AF113}"/>
          </ac:spMkLst>
        </pc:spChg>
        <pc:graphicFrameChg chg="add del">
          <ac:chgData name="Tristan Plasse" userId="13c698b9-43c4-4271-b359-faaadca0774b" providerId="ADAL" clId="{FE460185-D4AE-4375-BA71-CD1D7F2341F0}" dt="2026-04-15T23:32:55.287" v="1201" actId="26606"/>
          <ac:graphicFrameMkLst>
            <pc:docMk/>
            <pc:sldMk cId="853938190" sldId="263"/>
            <ac:graphicFrameMk id="5" creationId="{ECA3F23A-78C9-8618-71D1-AE5B228C8715}"/>
          </ac:graphicFrameMkLst>
        </pc:graphicFrameChg>
        <pc:graphicFrameChg chg="add">
          <ac:chgData name="Tristan Plasse" userId="13c698b9-43c4-4271-b359-faaadca0774b" providerId="ADAL" clId="{FE460185-D4AE-4375-BA71-CD1D7F2341F0}" dt="2026-04-15T23:32:55.314" v="1202" actId="26606"/>
          <ac:graphicFrameMkLst>
            <pc:docMk/>
            <pc:sldMk cId="853938190" sldId="263"/>
            <ac:graphicFrameMk id="18" creationId="{9D7866D5-6B49-9FA4-11A1-2FCBB87311CC}"/>
          </ac:graphicFrameMkLst>
        </pc:graphicFrameChg>
        <pc:cxnChg chg="add del">
          <ac:chgData name="Tristan Plasse" userId="13c698b9-43c4-4271-b359-faaadca0774b" providerId="ADAL" clId="{FE460185-D4AE-4375-BA71-CD1D7F2341F0}" dt="2026-04-15T23:32:55.287" v="1201" actId="26606"/>
          <ac:cxnSpMkLst>
            <pc:docMk/>
            <pc:sldMk cId="853938190" sldId="263"/>
            <ac:cxnSpMk id="11" creationId="{AAD0195E-7F27-4D06-9427-0C121D721A14}"/>
          </ac:cxnSpMkLst>
        </pc:cxnChg>
        <pc:cxnChg chg="add del">
          <ac:chgData name="Tristan Plasse" userId="13c698b9-43c4-4271-b359-faaadca0774b" providerId="ADAL" clId="{FE460185-D4AE-4375-BA71-CD1D7F2341F0}" dt="2026-04-15T23:32:55.287" v="1201" actId="26606"/>
          <ac:cxnSpMkLst>
            <pc:docMk/>
            <pc:sldMk cId="853938190" sldId="263"/>
            <ac:cxnSpMk id="13" creationId="{9D74C2FC-3228-4FC1-B97B-87AD35508D91}"/>
          </ac:cxnSpMkLst>
        </pc:cxnChg>
        <pc:cxnChg chg="add">
          <ac:chgData name="Tristan Plasse" userId="13c698b9-43c4-4271-b359-faaadca0774b" providerId="ADAL" clId="{FE460185-D4AE-4375-BA71-CD1D7F2341F0}" dt="2026-04-15T23:32:55.314" v="1202" actId="26606"/>
          <ac:cxnSpMkLst>
            <pc:docMk/>
            <pc:sldMk cId="853938190" sldId="263"/>
            <ac:cxnSpMk id="16" creationId="{AAD0195E-7F27-4D06-9427-0C121D721A14}"/>
          </ac:cxnSpMkLst>
        </pc:cxnChg>
        <pc:cxnChg chg="add">
          <ac:chgData name="Tristan Plasse" userId="13c698b9-43c4-4271-b359-faaadca0774b" providerId="ADAL" clId="{FE460185-D4AE-4375-BA71-CD1D7F2341F0}" dt="2026-04-15T23:32:55.314" v="1202" actId="26606"/>
          <ac:cxnSpMkLst>
            <pc:docMk/>
            <pc:sldMk cId="853938190" sldId="263"/>
            <ac:cxnSpMk id="17" creationId="{9D74C2FC-3228-4FC1-B97B-87AD35508D91}"/>
          </ac:cxnSpMkLst>
        </pc:cxnChg>
      </pc:sldChg>
      <pc:sldChg chg="addSp delSp modSp new mod setBg">
        <pc:chgData name="Tristan Plasse" userId="13c698b9-43c4-4271-b359-faaadca0774b" providerId="ADAL" clId="{FE460185-D4AE-4375-BA71-CD1D7F2341F0}" dt="2026-04-16T00:37:23.329" v="1596" actId="20577"/>
        <pc:sldMkLst>
          <pc:docMk/>
          <pc:sldMk cId="1986804065" sldId="264"/>
        </pc:sldMkLst>
        <pc:spChg chg="mod">
          <ac:chgData name="Tristan Plasse" userId="13c698b9-43c4-4271-b359-faaadca0774b" providerId="ADAL" clId="{FE460185-D4AE-4375-BA71-CD1D7F2341F0}" dt="2026-04-16T00:29:44.509" v="1419" actId="26606"/>
          <ac:spMkLst>
            <pc:docMk/>
            <pc:sldMk cId="1986804065" sldId="264"/>
            <ac:spMk id="2" creationId="{DF3B35E5-60C7-1A5E-189B-80DD3CF8C49C}"/>
          </ac:spMkLst>
        </pc:spChg>
        <pc:spChg chg="mod">
          <ac:chgData name="Tristan Plasse" userId="13c698b9-43c4-4271-b359-faaadca0774b" providerId="ADAL" clId="{FE460185-D4AE-4375-BA71-CD1D7F2341F0}" dt="2026-04-16T00:37:23.329" v="1596" actId="20577"/>
          <ac:spMkLst>
            <pc:docMk/>
            <pc:sldMk cId="1986804065" sldId="264"/>
            <ac:spMk id="3" creationId="{948D2D04-6AA7-999B-92B0-8A9D5A8E52BD}"/>
          </ac:spMkLst>
        </pc:spChg>
        <pc:spChg chg="add mod">
          <ac:chgData name="Tristan Plasse" userId="13c698b9-43c4-4271-b359-faaadca0774b" providerId="ADAL" clId="{FE460185-D4AE-4375-BA71-CD1D7F2341F0}" dt="2026-04-16T00:33:45.498" v="1503" actId="1076"/>
          <ac:spMkLst>
            <pc:docMk/>
            <pc:sldMk cId="1986804065" sldId="264"/>
            <ac:spMk id="6" creationId="{6375CB8C-208E-349E-7561-A0A695BD91BD}"/>
          </ac:spMkLst>
        </pc:spChg>
        <pc:spChg chg="add del">
          <ac:chgData name="Tristan Plasse" userId="13c698b9-43c4-4271-b359-faaadca0774b" providerId="ADAL" clId="{FE460185-D4AE-4375-BA71-CD1D7F2341F0}" dt="2026-04-16T00:29:44.509" v="1419" actId="26606"/>
          <ac:spMkLst>
            <pc:docMk/>
            <pc:sldMk cId="1986804065" sldId="264"/>
            <ac:spMk id="8" creationId="{EEF92585-7A99-6108-9663-8C59032742EC}"/>
          </ac:spMkLst>
        </pc:spChg>
        <pc:spChg chg="add">
          <ac:chgData name="Tristan Plasse" userId="13c698b9-43c4-4271-b359-faaadca0774b" providerId="ADAL" clId="{FE460185-D4AE-4375-BA71-CD1D7F2341F0}" dt="2026-04-16T00:29:44.509" v="1419" actId="26606"/>
          <ac:spMkLst>
            <pc:docMk/>
            <pc:sldMk cId="1986804065" sldId="264"/>
            <ac:spMk id="15" creationId="{E49D7415-2F11-44C2-B6AA-13A25B6814B9}"/>
          </ac:spMkLst>
        </pc:spChg>
        <pc:picChg chg="add mod">
          <ac:chgData name="Tristan Plasse" userId="13c698b9-43c4-4271-b359-faaadca0774b" providerId="ADAL" clId="{FE460185-D4AE-4375-BA71-CD1D7F2341F0}" dt="2026-04-16T00:30:02.948" v="1422" actId="1076"/>
          <ac:picMkLst>
            <pc:docMk/>
            <pc:sldMk cId="1986804065" sldId="264"/>
            <ac:picMk id="5" creationId="{F5E6D3CC-F1EF-27B3-F856-FF38AC72410C}"/>
          </ac:picMkLst>
        </pc:picChg>
        <pc:cxnChg chg="add del">
          <ac:chgData name="Tristan Plasse" userId="13c698b9-43c4-4271-b359-faaadca0774b" providerId="ADAL" clId="{FE460185-D4AE-4375-BA71-CD1D7F2341F0}" dt="2026-04-16T00:29:44.509" v="1419" actId="26606"/>
          <ac:cxnSpMkLst>
            <pc:docMk/>
            <pc:sldMk cId="1986804065" sldId="264"/>
            <ac:cxnSpMk id="10" creationId="{78F0A063-5253-8DF5-3B7B-12FE096705F1}"/>
          </ac:cxnSpMkLst>
        </pc:cxnChg>
        <pc:cxnChg chg="add">
          <ac:chgData name="Tristan Plasse" userId="13c698b9-43c4-4271-b359-faaadca0774b" providerId="ADAL" clId="{FE460185-D4AE-4375-BA71-CD1D7F2341F0}" dt="2026-04-16T00:29:44.509" v="1419" actId="26606"/>
          <ac:cxnSpMkLst>
            <pc:docMk/>
            <pc:sldMk cId="1986804065" sldId="264"/>
            <ac:cxnSpMk id="17" creationId="{4583FD9E-C5A7-96F7-951D-7D292013CD58}"/>
          </ac:cxnSpMkLst>
        </pc:cxnChg>
      </pc:sldChg>
      <pc:sldChg chg="addSp delSp modSp new mod">
        <pc:chgData name="Tristan Plasse" userId="13c698b9-43c4-4271-b359-faaadca0774b" providerId="ADAL" clId="{FE460185-D4AE-4375-BA71-CD1D7F2341F0}" dt="2026-04-16T01:19:53.453" v="2430" actId="20577"/>
        <pc:sldMkLst>
          <pc:docMk/>
          <pc:sldMk cId="444677078" sldId="265"/>
        </pc:sldMkLst>
        <pc:spChg chg="mod">
          <ac:chgData name="Tristan Plasse" userId="13c698b9-43c4-4271-b359-faaadca0774b" providerId="ADAL" clId="{FE460185-D4AE-4375-BA71-CD1D7F2341F0}" dt="2026-04-16T00:37:51.243" v="1605" actId="20577"/>
          <ac:spMkLst>
            <pc:docMk/>
            <pc:sldMk cId="444677078" sldId="265"/>
            <ac:spMk id="2" creationId="{FFF627C6-6D47-1F1B-D2BE-90211DF917C7}"/>
          </ac:spMkLst>
        </pc:spChg>
        <pc:spChg chg="del">
          <ac:chgData name="Tristan Plasse" userId="13c698b9-43c4-4271-b359-faaadca0774b" providerId="ADAL" clId="{FE460185-D4AE-4375-BA71-CD1D7F2341F0}" dt="2026-04-16T00:52:04.908" v="1606" actId="478"/>
          <ac:spMkLst>
            <pc:docMk/>
            <pc:sldMk cId="444677078" sldId="265"/>
            <ac:spMk id="3" creationId="{DC799142-257A-3168-9C81-800A7BA7F93E}"/>
          </ac:spMkLst>
        </pc:spChg>
        <pc:spChg chg="add mod">
          <ac:chgData name="Tristan Plasse" userId="13c698b9-43c4-4271-b359-faaadca0774b" providerId="ADAL" clId="{FE460185-D4AE-4375-BA71-CD1D7F2341F0}" dt="2026-04-16T01:19:53.453" v="2430" actId="20577"/>
          <ac:spMkLst>
            <pc:docMk/>
            <pc:sldMk cId="444677078" sldId="265"/>
            <ac:spMk id="12" creationId="{3A09E5BF-F72A-1A2E-E135-EC770726F1C8}"/>
          </ac:spMkLst>
        </pc:spChg>
        <pc:picChg chg="add del mod">
          <ac:chgData name="Tristan Plasse" userId="13c698b9-43c4-4271-b359-faaadca0774b" providerId="ADAL" clId="{FE460185-D4AE-4375-BA71-CD1D7F2341F0}" dt="2026-04-16T01:00:17.358" v="1621" actId="478"/>
          <ac:picMkLst>
            <pc:docMk/>
            <pc:sldMk cId="444677078" sldId="265"/>
            <ac:picMk id="5" creationId="{20B0F317-66BD-A5E6-A014-CDA777F9CFE0}"/>
          </ac:picMkLst>
        </pc:picChg>
        <pc:picChg chg="add mod">
          <ac:chgData name="Tristan Plasse" userId="13c698b9-43c4-4271-b359-faaadca0774b" providerId="ADAL" clId="{FE460185-D4AE-4375-BA71-CD1D7F2341F0}" dt="2026-04-16T01:03:00.381" v="1636" actId="1076"/>
          <ac:picMkLst>
            <pc:docMk/>
            <pc:sldMk cId="444677078" sldId="265"/>
            <ac:picMk id="7" creationId="{E414B00F-B7F2-AE14-2AD2-468F405D93D9}"/>
          </ac:picMkLst>
        </pc:picChg>
        <pc:picChg chg="add del mod">
          <ac:chgData name="Tristan Plasse" userId="13c698b9-43c4-4271-b359-faaadca0774b" providerId="ADAL" clId="{FE460185-D4AE-4375-BA71-CD1D7F2341F0}" dt="2026-04-16T01:02:35.265" v="1629" actId="478"/>
          <ac:picMkLst>
            <pc:docMk/>
            <pc:sldMk cId="444677078" sldId="265"/>
            <ac:picMk id="9" creationId="{AA70A428-69E9-1A63-4881-73DC5E2E3A92}"/>
          </ac:picMkLst>
        </pc:picChg>
        <pc:picChg chg="add mod">
          <ac:chgData name="Tristan Plasse" userId="13c698b9-43c4-4271-b359-faaadca0774b" providerId="ADAL" clId="{FE460185-D4AE-4375-BA71-CD1D7F2341F0}" dt="2026-04-16T01:10:19.476" v="2226" actId="1076"/>
          <ac:picMkLst>
            <pc:docMk/>
            <pc:sldMk cId="444677078" sldId="265"/>
            <ac:picMk id="11" creationId="{D1417A4E-6B8F-61D8-4975-C6885ADDFC9B}"/>
          </ac:picMkLst>
        </pc:picChg>
      </pc:sldChg>
      <pc:sldChg chg="new">
        <pc:chgData name="Tristan Plasse" userId="13c698b9-43c4-4271-b359-faaadca0774b" providerId="ADAL" clId="{FE460185-D4AE-4375-BA71-CD1D7F2341F0}" dt="2026-04-15T23:47:30.642" v="1416" actId="680"/>
        <pc:sldMkLst>
          <pc:docMk/>
          <pc:sldMk cId="400772557" sldId="266"/>
        </pc:sldMkLst>
      </pc:sldChg>
      <pc:sldChg chg="addSp delSp modSp add mod">
        <pc:chgData name="Tristan Plasse" userId="13c698b9-43c4-4271-b359-faaadca0774b" providerId="ADAL" clId="{FE460185-D4AE-4375-BA71-CD1D7F2341F0}" dt="2026-04-16T01:21:56.262" v="2594" actId="14100"/>
        <pc:sldMkLst>
          <pc:docMk/>
          <pc:sldMk cId="1162506719" sldId="267"/>
        </pc:sldMkLst>
        <pc:spChg chg="del">
          <ac:chgData name="Tristan Plasse" userId="13c698b9-43c4-4271-b359-faaadca0774b" providerId="ADAL" clId="{FE460185-D4AE-4375-BA71-CD1D7F2341F0}" dt="2026-04-16T01:18:10.170" v="2262" actId="478"/>
          <ac:spMkLst>
            <pc:docMk/>
            <pc:sldMk cId="1162506719" sldId="267"/>
            <ac:spMk id="2" creationId="{996E97C5-B6B8-AC6F-B841-CDDD941E1848}"/>
          </ac:spMkLst>
        </pc:spChg>
        <pc:spChg chg="add del mod">
          <ac:chgData name="Tristan Plasse" userId="13c698b9-43c4-4271-b359-faaadca0774b" providerId="ADAL" clId="{FE460185-D4AE-4375-BA71-CD1D7F2341F0}" dt="2026-04-16T01:18:12.112" v="2263" actId="478"/>
          <ac:spMkLst>
            <pc:docMk/>
            <pc:sldMk cId="1162506719" sldId="267"/>
            <ac:spMk id="9" creationId="{DACFA005-2A1C-5693-B364-5DC1828017A0}"/>
          </ac:spMkLst>
        </pc:spChg>
        <pc:spChg chg="mod">
          <ac:chgData name="Tristan Plasse" userId="13c698b9-43c4-4271-b359-faaadca0774b" providerId="ADAL" clId="{FE460185-D4AE-4375-BA71-CD1D7F2341F0}" dt="2026-04-16T01:21:19.761" v="2587" actId="1076"/>
          <ac:spMkLst>
            <pc:docMk/>
            <pc:sldMk cId="1162506719" sldId="267"/>
            <ac:spMk id="12" creationId="{1E7DC136-65ED-D17F-5DEC-2F90924CF09D}"/>
          </ac:spMkLst>
        </pc:spChg>
        <pc:picChg chg="add mod">
          <ac:chgData name="Tristan Plasse" userId="13c698b9-43c4-4271-b359-faaadca0774b" providerId="ADAL" clId="{FE460185-D4AE-4375-BA71-CD1D7F2341F0}" dt="2026-04-16T01:21:28.624" v="2589" actId="14100"/>
          <ac:picMkLst>
            <pc:docMk/>
            <pc:sldMk cId="1162506719" sldId="267"/>
            <ac:picMk id="4" creationId="{C3B9B1F3-DBD8-3F0B-E141-48009D6B0142}"/>
          </ac:picMkLst>
        </pc:picChg>
        <pc:picChg chg="add del mod modCrop">
          <ac:chgData name="Tristan Plasse" userId="13c698b9-43c4-4271-b359-faaadca0774b" providerId="ADAL" clId="{FE460185-D4AE-4375-BA71-CD1D7F2341F0}" dt="2026-04-16T01:21:45.395" v="2590" actId="478"/>
          <ac:picMkLst>
            <pc:docMk/>
            <pc:sldMk cId="1162506719" sldId="267"/>
            <ac:picMk id="6" creationId="{239E3CC3-05C6-1C0D-925A-F3CFDBB3CCBC}"/>
          </ac:picMkLst>
        </pc:picChg>
        <pc:picChg chg="del">
          <ac:chgData name="Tristan Plasse" userId="13c698b9-43c4-4271-b359-faaadca0774b" providerId="ADAL" clId="{FE460185-D4AE-4375-BA71-CD1D7F2341F0}" dt="2026-04-16T01:17:06.011" v="2249" actId="478"/>
          <ac:picMkLst>
            <pc:docMk/>
            <pc:sldMk cId="1162506719" sldId="267"/>
            <ac:picMk id="7" creationId="{362CD478-FEA5-8845-C2F6-99CF702C9B93}"/>
          </ac:picMkLst>
        </pc:picChg>
        <pc:picChg chg="del">
          <ac:chgData name="Tristan Plasse" userId="13c698b9-43c4-4271-b359-faaadca0774b" providerId="ADAL" clId="{FE460185-D4AE-4375-BA71-CD1D7F2341F0}" dt="2026-04-16T01:14:05.799" v="2242" actId="478"/>
          <ac:picMkLst>
            <pc:docMk/>
            <pc:sldMk cId="1162506719" sldId="267"/>
            <ac:picMk id="11" creationId="{BB926E12-AE6F-B487-5484-F28319FF13A2}"/>
          </ac:picMkLst>
        </pc:picChg>
        <pc:picChg chg="add mod">
          <ac:chgData name="Tristan Plasse" userId="13c698b9-43c4-4271-b359-faaadca0774b" providerId="ADAL" clId="{FE460185-D4AE-4375-BA71-CD1D7F2341F0}" dt="2026-04-16T01:21:56.262" v="2594" actId="14100"/>
          <ac:picMkLst>
            <pc:docMk/>
            <pc:sldMk cId="1162506719" sldId="267"/>
            <ac:picMk id="13" creationId="{C705A886-BFDB-824D-0E37-7B8094A21002}"/>
          </ac:picMkLst>
        </pc:picChg>
      </pc:sldChg>
      <pc:sldChg chg="add del">
        <pc:chgData name="Tristan Plasse" userId="13c698b9-43c4-4271-b359-faaadca0774b" providerId="ADAL" clId="{FE460185-D4AE-4375-BA71-CD1D7F2341F0}" dt="2026-04-16T01:28:21.210" v="2598" actId="2696"/>
        <pc:sldMkLst>
          <pc:docMk/>
          <pc:sldMk cId="3071220066" sldId="268"/>
        </pc:sldMkLst>
      </pc:sldChg>
      <pc:sldChg chg="new del">
        <pc:chgData name="Tristan Plasse" userId="13c698b9-43c4-4271-b359-faaadca0774b" providerId="ADAL" clId="{FE460185-D4AE-4375-BA71-CD1D7F2341F0}" dt="2026-04-16T01:28:16.570" v="2596" actId="680"/>
        <pc:sldMkLst>
          <pc:docMk/>
          <pc:sldMk cId="1698036767" sldId="269"/>
        </pc:sldMkLst>
      </pc:sldChg>
      <pc:sldChg chg="addSp delSp modSp add mod">
        <pc:chgData name="Tristan Plasse" userId="13c698b9-43c4-4271-b359-faaadca0774b" providerId="ADAL" clId="{FE460185-D4AE-4375-BA71-CD1D7F2341F0}" dt="2026-04-16T01:28:41.119" v="2608" actId="20577"/>
        <pc:sldMkLst>
          <pc:docMk/>
          <pc:sldMk cId="4073645163" sldId="269"/>
        </pc:sldMkLst>
        <pc:spChg chg="mod">
          <ac:chgData name="Tristan Plasse" userId="13c698b9-43c4-4271-b359-faaadca0774b" providerId="ADAL" clId="{FE460185-D4AE-4375-BA71-CD1D7F2341F0}" dt="2026-04-16T01:28:41.119" v="2608" actId="20577"/>
          <ac:spMkLst>
            <pc:docMk/>
            <pc:sldMk cId="4073645163" sldId="269"/>
            <ac:spMk id="12" creationId="{C9FAF4E8-FBA0-C1B3-18B7-2833B15C2E5C}"/>
          </ac:spMkLst>
        </pc:spChg>
        <pc:picChg chg="add mod">
          <ac:chgData name="Tristan Plasse" userId="13c698b9-43c4-4271-b359-faaadca0774b" providerId="ADAL" clId="{FE460185-D4AE-4375-BA71-CD1D7F2341F0}" dt="2026-04-16T01:28:37.573" v="2605" actId="14100"/>
          <ac:picMkLst>
            <pc:docMk/>
            <pc:sldMk cId="4073645163" sldId="269"/>
            <ac:picMk id="3" creationId="{2E5DD771-C94F-58CD-D9B5-D8BE4032FB62}"/>
          </ac:picMkLst>
        </pc:picChg>
        <pc:picChg chg="del">
          <ac:chgData name="Tristan Plasse" userId="13c698b9-43c4-4271-b359-faaadca0774b" providerId="ADAL" clId="{FE460185-D4AE-4375-BA71-CD1D7F2341F0}" dt="2026-04-16T01:28:23" v="2599" actId="478"/>
          <ac:picMkLst>
            <pc:docMk/>
            <pc:sldMk cId="4073645163" sldId="269"/>
            <ac:picMk id="4" creationId="{F7435F9E-1B68-EADE-849E-E3EDCCD07560}"/>
          </ac:picMkLst>
        </pc:picChg>
        <pc:picChg chg="del">
          <ac:chgData name="Tristan Plasse" userId="13c698b9-43c4-4271-b359-faaadca0774b" providerId="ADAL" clId="{FE460185-D4AE-4375-BA71-CD1D7F2341F0}" dt="2026-04-16T01:28:39.115" v="2606" actId="478"/>
          <ac:picMkLst>
            <pc:docMk/>
            <pc:sldMk cId="4073645163" sldId="269"/>
            <ac:picMk id="13" creationId="{6B8210D3-7887-C695-A074-8C993699513C}"/>
          </ac:picMkLst>
        </pc:picChg>
      </pc:sldChg>
      <pc:sldMasterChg chg="del delSldLayout">
        <pc:chgData name="Tristan Plasse" userId="13c698b9-43c4-4271-b359-faaadca0774b" providerId="ADAL" clId="{FE460185-D4AE-4375-BA71-CD1D7F2341F0}" dt="2026-04-15T20:11:02.110" v="50" actId="26606"/>
        <pc:sldMasterMkLst>
          <pc:docMk/>
          <pc:sldMasterMk cId="1832935048" sldId="2147483677"/>
        </pc:sldMasterMkLst>
        <pc:sldLayoutChg chg="del">
          <pc:chgData name="Tristan Plasse" userId="13c698b9-43c4-4271-b359-faaadca0774b" providerId="ADAL" clId="{FE460185-D4AE-4375-BA71-CD1D7F2341F0}" dt="2026-04-15T20:11:02.110" v="50" actId="26606"/>
          <pc:sldLayoutMkLst>
            <pc:docMk/>
            <pc:sldMasterMk cId="1832935048" sldId="2147483677"/>
            <pc:sldLayoutMk cId="1829042309" sldId="2147483678"/>
          </pc:sldLayoutMkLst>
        </pc:sldLayoutChg>
        <pc:sldLayoutChg chg="del">
          <pc:chgData name="Tristan Plasse" userId="13c698b9-43c4-4271-b359-faaadca0774b" providerId="ADAL" clId="{FE460185-D4AE-4375-BA71-CD1D7F2341F0}" dt="2026-04-15T20:11:02.110" v="50" actId="26606"/>
          <pc:sldLayoutMkLst>
            <pc:docMk/>
            <pc:sldMasterMk cId="1832935048" sldId="2147483677"/>
            <pc:sldLayoutMk cId="2849272018" sldId="2147483679"/>
          </pc:sldLayoutMkLst>
        </pc:sldLayoutChg>
        <pc:sldLayoutChg chg="del">
          <pc:chgData name="Tristan Plasse" userId="13c698b9-43c4-4271-b359-faaadca0774b" providerId="ADAL" clId="{FE460185-D4AE-4375-BA71-CD1D7F2341F0}" dt="2026-04-15T20:11:02.110" v="50" actId="26606"/>
          <pc:sldLayoutMkLst>
            <pc:docMk/>
            <pc:sldMasterMk cId="1832935048" sldId="2147483677"/>
            <pc:sldLayoutMk cId="2581990246" sldId="2147483680"/>
          </pc:sldLayoutMkLst>
        </pc:sldLayoutChg>
        <pc:sldLayoutChg chg="del">
          <pc:chgData name="Tristan Plasse" userId="13c698b9-43c4-4271-b359-faaadca0774b" providerId="ADAL" clId="{FE460185-D4AE-4375-BA71-CD1D7F2341F0}" dt="2026-04-15T20:11:02.110" v="50" actId="26606"/>
          <pc:sldLayoutMkLst>
            <pc:docMk/>
            <pc:sldMasterMk cId="1832935048" sldId="2147483677"/>
            <pc:sldLayoutMk cId="3724230670" sldId="2147483681"/>
          </pc:sldLayoutMkLst>
        </pc:sldLayoutChg>
        <pc:sldLayoutChg chg="del">
          <pc:chgData name="Tristan Plasse" userId="13c698b9-43c4-4271-b359-faaadca0774b" providerId="ADAL" clId="{FE460185-D4AE-4375-BA71-CD1D7F2341F0}" dt="2026-04-15T20:11:02.110" v="50" actId="26606"/>
          <pc:sldLayoutMkLst>
            <pc:docMk/>
            <pc:sldMasterMk cId="1832935048" sldId="2147483677"/>
            <pc:sldLayoutMk cId="864735350" sldId="2147483682"/>
          </pc:sldLayoutMkLst>
        </pc:sldLayoutChg>
        <pc:sldLayoutChg chg="del">
          <pc:chgData name="Tristan Plasse" userId="13c698b9-43c4-4271-b359-faaadca0774b" providerId="ADAL" clId="{FE460185-D4AE-4375-BA71-CD1D7F2341F0}" dt="2026-04-15T20:11:02.110" v="50" actId="26606"/>
          <pc:sldLayoutMkLst>
            <pc:docMk/>
            <pc:sldMasterMk cId="1832935048" sldId="2147483677"/>
            <pc:sldLayoutMk cId="983675851" sldId="2147483683"/>
          </pc:sldLayoutMkLst>
        </pc:sldLayoutChg>
        <pc:sldLayoutChg chg="del">
          <pc:chgData name="Tristan Plasse" userId="13c698b9-43c4-4271-b359-faaadca0774b" providerId="ADAL" clId="{FE460185-D4AE-4375-BA71-CD1D7F2341F0}" dt="2026-04-15T20:11:02.110" v="50" actId="26606"/>
          <pc:sldLayoutMkLst>
            <pc:docMk/>
            <pc:sldMasterMk cId="1832935048" sldId="2147483677"/>
            <pc:sldLayoutMk cId="3855770320" sldId="2147483684"/>
          </pc:sldLayoutMkLst>
        </pc:sldLayoutChg>
        <pc:sldLayoutChg chg="del">
          <pc:chgData name="Tristan Plasse" userId="13c698b9-43c4-4271-b359-faaadca0774b" providerId="ADAL" clId="{FE460185-D4AE-4375-BA71-CD1D7F2341F0}" dt="2026-04-15T20:11:02.110" v="50" actId="26606"/>
          <pc:sldLayoutMkLst>
            <pc:docMk/>
            <pc:sldMasterMk cId="1832935048" sldId="2147483677"/>
            <pc:sldLayoutMk cId="1453757617" sldId="2147483685"/>
          </pc:sldLayoutMkLst>
        </pc:sldLayoutChg>
        <pc:sldLayoutChg chg="del">
          <pc:chgData name="Tristan Plasse" userId="13c698b9-43c4-4271-b359-faaadca0774b" providerId="ADAL" clId="{FE460185-D4AE-4375-BA71-CD1D7F2341F0}" dt="2026-04-15T20:11:02.110" v="50" actId="26606"/>
          <pc:sldLayoutMkLst>
            <pc:docMk/>
            <pc:sldMasterMk cId="1832935048" sldId="2147483677"/>
            <pc:sldLayoutMk cId="4093955479" sldId="2147483686"/>
          </pc:sldLayoutMkLst>
        </pc:sldLayoutChg>
        <pc:sldLayoutChg chg="del">
          <pc:chgData name="Tristan Plasse" userId="13c698b9-43c4-4271-b359-faaadca0774b" providerId="ADAL" clId="{FE460185-D4AE-4375-BA71-CD1D7F2341F0}" dt="2026-04-15T20:11:02.110" v="50" actId="26606"/>
          <pc:sldLayoutMkLst>
            <pc:docMk/>
            <pc:sldMasterMk cId="1832935048" sldId="2147483677"/>
            <pc:sldLayoutMk cId="3995575664" sldId="2147483687"/>
          </pc:sldLayoutMkLst>
        </pc:sldLayoutChg>
        <pc:sldLayoutChg chg="del">
          <pc:chgData name="Tristan Plasse" userId="13c698b9-43c4-4271-b359-faaadca0774b" providerId="ADAL" clId="{FE460185-D4AE-4375-BA71-CD1D7F2341F0}" dt="2026-04-15T20:11:02.110" v="50" actId="26606"/>
          <pc:sldLayoutMkLst>
            <pc:docMk/>
            <pc:sldMasterMk cId="1832935048" sldId="2147483677"/>
            <pc:sldLayoutMk cId="3371583209" sldId="2147483688"/>
          </pc:sldLayoutMkLst>
        </pc:sldLayoutChg>
      </pc:sldMasterChg>
      <pc:sldMasterChg chg="add addSldLayout">
        <pc:chgData name="Tristan Plasse" userId="13c698b9-43c4-4271-b359-faaadca0774b" providerId="ADAL" clId="{FE460185-D4AE-4375-BA71-CD1D7F2341F0}" dt="2026-04-15T20:11:02.110" v="50" actId="26606"/>
        <pc:sldMasterMkLst>
          <pc:docMk/>
          <pc:sldMasterMk cId="2367361008" sldId="2147483715"/>
        </pc:sldMasterMkLst>
        <pc:sldLayoutChg chg="add">
          <pc:chgData name="Tristan Plasse" userId="13c698b9-43c4-4271-b359-faaadca0774b" providerId="ADAL" clId="{FE460185-D4AE-4375-BA71-CD1D7F2341F0}" dt="2026-04-15T20:11:02.110" v="50" actId="26606"/>
          <pc:sldLayoutMkLst>
            <pc:docMk/>
            <pc:sldMasterMk cId="2367361008" sldId="2147483715"/>
            <pc:sldLayoutMk cId="2713428249" sldId="2147483704"/>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1283618248" sldId="2147483705"/>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3588553032" sldId="2147483706"/>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4029147812" sldId="2147483707"/>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2925132312" sldId="2147483708"/>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842180291" sldId="2147483709"/>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650174944" sldId="2147483710"/>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182539644" sldId="2147483711"/>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13408493" sldId="2147483712"/>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2240675757" sldId="2147483713"/>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2875551220" sldId="2147483714"/>
          </pc:sldLayoutMkLst>
        </pc:sldLayoutChg>
      </pc:sldMasterChg>
    </pc:docChg>
  </pc:docChgLst>
</pc:chgInfo>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9749DE9-9646-447E-BF7B-82D5A2142C32}" type="doc">
      <dgm:prSet loTypeId="urn:microsoft.com/office/officeart/2005/8/layout/vProcess5" loCatId="process" qsTypeId="urn:microsoft.com/office/officeart/2005/8/quickstyle/simple1" qsCatId="simple" csTypeId="urn:microsoft.com/office/officeart/2005/8/colors/colorful1" csCatId="colorful"/>
      <dgm:spPr/>
      <dgm:t>
        <a:bodyPr/>
        <a:lstStyle/>
        <a:p>
          <a:endParaRPr lang="en-US"/>
        </a:p>
      </dgm:t>
    </dgm:pt>
    <dgm:pt modelId="{06F13A8A-A237-41DB-B678-1E5C40A1B0E0}">
      <dgm:prSet/>
      <dgm:spPr/>
      <dgm:t>
        <a:bodyPr/>
        <a:lstStyle/>
        <a:p>
          <a:r>
            <a:rPr lang="fr-CA"/>
            <a:t>Utilisation d’un PVA (population viability analysis)</a:t>
          </a:r>
          <a:endParaRPr lang="en-US"/>
        </a:p>
      </dgm:t>
    </dgm:pt>
    <dgm:pt modelId="{67D25D2C-D559-408C-A8DF-0345391FEAF6}" type="parTrans" cxnId="{2FF9A01B-1B66-4568-BD55-0F6A5749C38A}">
      <dgm:prSet/>
      <dgm:spPr/>
      <dgm:t>
        <a:bodyPr/>
        <a:lstStyle/>
        <a:p>
          <a:endParaRPr lang="en-US"/>
        </a:p>
      </dgm:t>
    </dgm:pt>
    <dgm:pt modelId="{09CF5DBD-3B7C-4795-A574-5901C4965EE4}" type="sibTrans" cxnId="{2FF9A01B-1B66-4568-BD55-0F6A5749C38A}">
      <dgm:prSet/>
      <dgm:spPr/>
      <dgm:t>
        <a:bodyPr/>
        <a:lstStyle/>
        <a:p>
          <a:endParaRPr lang="en-US"/>
        </a:p>
      </dgm:t>
    </dgm:pt>
    <dgm:pt modelId="{AF55BE4C-BEE1-414A-B8E3-D171CF57776B}">
      <dgm:prSet/>
      <dgm:spPr/>
      <dgm:t>
        <a:bodyPr/>
        <a:lstStyle/>
        <a:p>
          <a:r>
            <a:rPr lang="fr-CA"/>
            <a:t>3 scénarios</a:t>
          </a:r>
          <a:endParaRPr lang="en-US"/>
        </a:p>
      </dgm:t>
    </dgm:pt>
    <dgm:pt modelId="{B94422AA-7087-43EF-8B42-CEF5980C4247}" type="parTrans" cxnId="{40A9028A-BF0C-416D-BCB5-73E1B98F12FA}">
      <dgm:prSet/>
      <dgm:spPr/>
      <dgm:t>
        <a:bodyPr/>
        <a:lstStyle/>
        <a:p>
          <a:endParaRPr lang="en-US"/>
        </a:p>
      </dgm:t>
    </dgm:pt>
    <dgm:pt modelId="{66B842BF-5450-43F6-A074-0DCC2D0D0626}" type="sibTrans" cxnId="{40A9028A-BF0C-416D-BCB5-73E1B98F12FA}">
      <dgm:prSet/>
      <dgm:spPr/>
      <dgm:t>
        <a:bodyPr/>
        <a:lstStyle/>
        <a:p>
          <a:endParaRPr lang="en-US"/>
        </a:p>
      </dgm:t>
    </dgm:pt>
    <dgm:pt modelId="{7719A07E-B98A-4107-AAB8-A60449A34A3B}">
      <dgm:prSet/>
      <dgm:spPr/>
      <dgm:t>
        <a:bodyPr/>
        <a:lstStyle/>
        <a:p>
          <a:r>
            <a:rPr lang="fr-CA"/>
            <a:t>3 niveaux d’ensemencements</a:t>
          </a:r>
          <a:endParaRPr lang="en-US"/>
        </a:p>
      </dgm:t>
    </dgm:pt>
    <dgm:pt modelId="{87E05D3C-7AAF-4FEE-A02D-5AB5983128DA}" type="parTrans" cxnId="{25C06778-1839-451D-9A41-06FC1E27DEB6}">
      <dgm:prSet/>
      <dgm:spPr/>
      <dgm:t>
        <a:bodyPr/>
        <a:lstStyle/>
        <a:p>
          <a:endParaRPr lang="en-US"/>
        </a:p>
      </dgm:t>
    </dgm:pt>
    <dgm:pt modelId="{F8743E6D-9073-4576-B05A-BFD2F7ECFDBB}" type="sibTrans" cxnId="{25C06778-1839-451D-9A41-06FC1E27DEB6}">
      <dgm:prSet/>
      <dgm:spPr/>
      <dgm:t>
        <a:bodyPr/>
        <a:lstStyle/>
        <a:p>
          <a:endParaRPr lang="en-US"/>
        </a:p>
      </dgm:t>
    </dgm:pt>
    <dgm:pt modelId="{613D5E15-08B0-49D4-AC14-A24896091A0F}" type="pres">
      <dgm:prSet presAssocID="{49749DE9-9646-447E-BF7B-82D5A2142C32}" presName="outerComposite" presStyleCnt="0">
        <dgm:presLayoutVars>
          <dgm:chMax val="5"/>
          <dgm:dir/>
          <dgm:resizeHandles val="exact"/>
        </dgm:presLayoutVars>
      </dgm:prSet>
      <dgm:spPr/>
    </dgm:pt>
    <dgm:pt modelId="{ACB68AAF-2D48-4413-9B6E-882421E39BF3}" type="pres">
      <dgm:prSet presAssocID="{49749DE9-9646-447E-BF7B-82D5A2142C32}" presName="dummyMaxCanvas" presStyleCnt="0">
        <dgm:presLayoutVars/>
      </dgm:prSet>
      <dgm:spPr/>
    </dgm:pt>
    <dgm:pt modelId="{E9D666AC-1947-4B6A-B7DE-FE472644D37E}" type="pres">
      <dgm:prSet presAssocID="{49749DE9-9646-447E-BF7B-82D5A2142C32}" presName="ThreeNodes_1" presStyleLbl="node1" presStyleIdx="0" presStyleCnt="3">
        <dgm:presLayoutVars>
          <dgm:bulletEnabled val="1"/>
        </dgm:presLayoutVars>
      </dgm:prSet>
      <dgm:spPr/>
    </dgm:pt>
    <dgm:pt modelId="{A94F208A-DA03-406B-9A78-542D620672CF}" type="pres">
      <dgm:prSet presAssocID="{49749DE9-9646-447E-BF7B-82D5A2142C32}" presName="ThreeNodes_2" presStyleLbl="node1" presStyleIdx="1" presStyleCnt="3">
        <dgm:presLayoutVars>
          <dgm:bulletEnabled val="1"/>
        </dgm:presLayoutVars>
      </dgm:prSet>
      <dgm:spPr/>
    </dgm:pt>
    <dgm:pt modelId="{1763C80F-D2F9-4134-B702-DD4E83D6188D}" type="pres">
      <dgm:prSet presAssocID="{49749DE9-9646-447E-BF7B-82D5A2142C32}" presName="ThreeNodes_3" presStyleLbl="node1" presStyleIdx="2" presStyleCnt="3">
        <dgm:presLayoutVars>
          <dgm:bulletEnabled val="1"/>
        </dgm:presLayoutVars>
      </dgm:prSet>
      <dgm:spPr/>
    </dgm:pt>
    <dgm:pt modelId="{A18238F9-1716-4467-B14A-38D2B4186132}" type="pres">
      <dgm:prSet presAssocID="{49749DE9-9646-447E-BF7B-82D5A2142C32}" presName="ThreeConn_1-2" presStyleLbl="fgAccFollowNode1" presStyleIdx="0" presStyleCnt="2">
        <dgm:presLayoutVars>
          <dgm:bulletEnabled val="1"/>
        </dgm:presLayoutVars>
      </dgm:prSet>
      <dgm:spPr/>
    </dgm:pt>
    <dgm:pt modelId="{F382F84B-C8C9-4AEA-9A6D-8A92B6092255}" type="pres">
      <dgm:prSet presAssocID="{49749DE9-9646-447E-BF7B-82D5A2142C32}" presName="ThreeConn_2-3" presStyleLbl="fgAccFollowNode1" presStyleIdx="1" presStyleCnt="2">
        <dgm:presLayoutVars>
          <dgm:bulletEnabled val="1"/>
        </dgm:presLayoutVars>
      </dgm:prSet>
      <dgm:spPr/>
    </dgm:pt>
    <dgm:pt modelId="{7F901241-0728-4EBC-83FA-6601D8AD39BB}" type="pres">
      <dgm:prSet presAssocID="{49749DE9-9646-447E-BF7B-82D5A2142C32}" presName="ThreeNodes_1_text" presStyleLbl="node1" presStyleIdx="2" presStyleCnt="3">
        <dgm:presLayoutVars>
          <dgm:bulletEnabled val="1"/>
        </dgm:presLayoutVars>
      </dgm:prSet>
      <dgm:spPr/>
    </dgm:pt>
    <dgm:pt modelId="{34A7FE23-0699-4495-A111-D44F51E4B1B3}" type="pres">
      <dgm:prSet presAssocID="{49749DE9-9646-447E-BF7B-82D5A2142C32}" presName="ThreeNodes_2_text" presStyleLbl="node1" presStyleIdx="2" presStyleCnt="3">
        <dgm:presLayoutVars>
          <dgm:bulletEnabled val="1"/>
        </dgm:presLayoutVars>
      </dgm:prSet>
      <dgm:spPr/>
    </dgm:pt>
    <dgm:pt modelId="{0B9EB5CE-BFA2-49D2-B134-10A5DDA7E8E6}" type="pres">
      <dgm:prSet presAssocID="{49749DE9-9646-447E-BF7B-82D5A2142C32}" presName="ThreeNodes_3_text" presStyleLbl="node1" presStyleIdx="2" presStyleCnt="3">
        <dgm:presLayoutVars>
          <dgm:bulletEnabled val="1"/>
        </dgm:presLayoutVars>
      </dgm:prSet>
      <dgm:spPr/>
    </dgm:pt>
  </dgm:ptLst>
  <dgm:cxnLst>
    <dgm:cxn modelId="{2FF9A01B-1B66-4568-BD55-0F6A5749C38A}" srcId="{49749DE9-9646-447E-BF7B-82D5A2142C32}" destId="{06F13A8A-A237-41DB-B678-1E5C40A1B0E0}" srcOrd="0" destOrd="0" parTransId="{67D25D2C-D559-408C-A8DF-0345391FEAF6}" sibTransId="{09CF5DBD-3B7C-4795-A574-5901C4965EE4}"/>
    <dgm:cxn modelId="{C2C6A51F-7353-4905-8200-FE10D9D6A99D}" type="presOf" srcId="{06F13A8A-A237-41DB-B678-1E5C40A1B0E0}" destId="{E9D666AC-1947-4B6A-B7DE-FE472644D37E}" srcOrd="0" destOrd="0" presId="urn:microsoft.com/office/officeart/2005/8/layout/vProcess5"/>
    <dgm:cxn modelId="{881CA033-B47C-442D-A417-DC7D5779B7BC}" type="presOf" srcId="{7719A07E-B98A-4107-AAB8-A60449A34A3B}" destId="{0B9EB5CE-BFA2-49D2-B134-10A5DDA7E8E6}" srcOrd="1" destOrd="0" presId="urn:microsoft.com/office/officeart/2005/8/layout/vProcess5"/>
    <dgm:cxn modelId="{F1017137-D212-4DD4-991C-14DD6D904CB0}" type="presOf" srcId="{66B842BF-5450-43F6-A074-0DCC2D0D0626}" destId="{F382F84B-C8C9-4AEA-9A6D-8A92B6092255}" srcOrd="0" destOrd="0" presId="urn:microsoft.com/office/officeart/2005/8/layout/vProcess5"/>
    <dgm:cxn modelId="{D2E02D40-CA20-4DB9-950A-A6EED246545B}" type="presOf" srcId="{AF55BE4C-BEE1-414A-B8E3-D171CF57776B}" destId="{34A7FE23-0699-4495-A111-D44F51E4B1B3}" srcOrd="1" destOrd="0" presId="urn:microsoft.com/office/officeart/2005/8/layout/vProcess5"/>
    <dgm:cxn modelId="{6FB38370-D8D1-4940-B883-49FE1C3D6A95}" type="presOf" srcId="{7719A07E-B98A-4107-AAB8-A60449A34A3B}" destId="{1763C80F-D2F9-4134-B702-DD4E83D6188D}" srcOrd="0" destOrd="0" presId="urn:microsoft.com/office/officeart/2005/8/layout/vProcess5"/>
    <dgm:cxn modelId="{25C06778-1839-451D-9A41-06FC1E27DEB6}" srcId="{49749DE9-9646-447E-BF7B-82D5A2142C32}" destId="{7719A07E-B98A-4107-AAB8-A60449A34A3B}" srcOrd="2" destOrd="0" parTransId="{87E05D3C-7AAF-4FEE-A02D-5AB5983128DA}" sibTransId="{F8743E6D-9073-4576-B05A-BFD2F7ECFDBB}"/>
    <dgm:cxn modelId="{C64AE178-5900-452E-86C1-EBFF28BF5CF7}" type="presOf" srcId="{49749DE9-9646-447E-BF7B-82D5A2142C32}" destId="{613D5E15-08B0-49D4-AC14-A24896091A0F}" srcOrd="0" destOrd="0" presId="urn:microsoft.com/office/officeart/2005/8/layout/vProcess5"/>
    <dgm:cxn modelId="{40A9028A-BF0C-416D-BCB5-73E1B98F12FA}" srcId="{49749DE9-9646-447E-BF7B-82D5A2142C32}" destId="{AF55BE4C-BEE1-414A-B8E3-D171CF57776B}" srcOrd="1" destOrd="0" parTransId="{B94422AA-7087-43EF-8B42-CEF5980C4247}" sibTransId="{66B842BF-5450-43F6-A074-0DCC2D0D0626}"/>
    <dgm:cxn modelId="{2CE39C98-DAC3-4C73-945B-22A9CB554555}" type="presOf" srcId="{AF55BE4C-BEE1-414A-B8E3-D171CF57776B}" destId="{A94F208A-DA03-406B-9A78-542D620672CF}" srcOrd="0" destOrd="0" presId="urn:microsoft.com/office/officeart/2005/8/layout/vProcess5"/>
    <dgm:cxn modelId="{451E63B4-8AD2-472F-B4A3-40A66988084E}" type="presOf" srcId="{06F13A8A-A237-41DB-B678-1E5C40A1B0E0}" destId="{7F901241-0728-4EBC-83FA-6601D8AD39BB}" srcOrd="1" destOrd="0" presId="urn:microsoft.com/office/officeart/2005/8/layout/vProcess5"/>
    <dgm:cxn modelId="{2AE621C7-64B2-4542-8292-89FDE71A5BC7}" type="presOf" srcId="{09CF5DBD-3B7C-4795-A574-5901C4965EE4}" destId="{A18238F9-1716-4467-B14A-38D2B4186132}" srcOrd="0" destOrd="0" presId="urn:microsoft.com/office/officeart/2005/8/layout/vProcess5"/>
    <dgm:cxn modelId="{D2358342-66F0-4710-998F-FBCB8CCE794A}" type="presParOf" srcId="{613D5E15-08B0-49D4-AC14-A24896091A0F}" destId="{ACB68AAF-2D48-4413-9B6E-882421E39BF3}" srcOrd="0" destOrd="0" presId="urn:microsoft.com/office/officeart/2005/8/layout/vProcess5"/>
    <dgm:cxn modelId="{5B684680-8381-4FB9-A3DD-E6612F778A5E}" type="presParOf" srcId="{613D5E15-08B0-49D4-AC14-A24896091A0F}" destId="{E9D666AC-1947-4B6A-B7DE-FE472644D37E}" srcOrd="1" destOrd="0" presId="urn:microsoft.com/office/officeart/2005/8/layout/vProcess5"/>
    <dgm:cxn modelId="{61AC9A6B-174B-4E2B-8B66-52C91FE1FB62}" type="presParOf" srcId="{613D5E15-08B0-49D4-AC14-A24896091A0F}" destId="{A94F208A-DA03-406B-9A78-542D620672CF}" srcOrd="2" destOrd="0" presId="urn:microsoft.com/office/officeart/2005/8/layout/vProcess5"/>
    <dgm:cxn modelId="{881E5696-8D93-4D35-A8B3-6A8C01BEEEA7}" type="presParOf" srcId="{613D5E15-08B0-49D4-AC14-A24896091A0F}" destId="{1763C80F-D2F9-4134-B702-DD4E83D6188D}" srcOrd="3" destOrd="0" presId="urn:microsoft.com/office/officeart/2005/8/layout/vProcess5"/>
    <dgm:cxn modelId="{77EE0ED7-42A4-4BBC-98F3-2B28A5C3B091}" type="presParOf" srcId="{613D5E15-08B0-49D4-AC14-A24896091A0F}" destId="{A18238F9-1716-4467-B14A-38D2B4186132}" srcOrd="4" destOrd="0" presId="urn:microsoft.com/office/officeart/2005/8/layout/vProcess5"/>
    <dgm:cxn modelId="{D34ADAAE-2434-49A2-A7AA-4966E0BD2C07}" type="presParOf" srcId="{613D5E15-08B0-49D4-AC14-A24896091A0F}" destId="{F382F84B-C8C9-4AEA-9A6D-8A92B6092255}" srcOrd="5" destOrd="0" presId="urn:microsoft.com/office/officeart/2005/8/layout/vProcess5"/>
    <dgm:cxn modelId="{7EEE8277-7F9C-4C16-918A-BF403B78EB9D}" type="presParOf" srcId="{613D5E15-08B0-49D4-AC14-A24896091A0F}" destId="{7F901241-0728-4EBC-83FA-6601D8AD39BB}" srcOrd="6" destOrd="0" presId="urn:microsoft.com/office/officeart/2005/8/layout/vProcess5"/>
    <dgm:cxn modelId="{FA4B1520-306A-4417-8F73-7AD25DBBCFA0}" type="presParOf" srcId="{613D5E15-08B0-49D4-AC14-A24896091A0F}" destId="{34A7FE23-0699-4495-A111-D44F51E4B1B3}" srcOrd="7" destOrd="0" presId="urn:microsoft.com/office/officeart/2005/8/layout/vProcess5"/>
    <dgm:cxn modelId="{B0BCC4FA-3E0F-4BB0-9278-F8509BC29217}" type="presParOf" srcId="{613D5E15-08B0-49D4-AC14-A24896091A0F}" destId="{0B9EB5CE-BFA2-49D2-B134-10A5DDA7E8E6}" srcOrd="8" destOrd="0" presId="urn:microsoft.com/office/officeart/2005/8/layout/vProcess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D666AC-1947-4B6A-B7DE-FE472644D37E}">
      <dsp:nvSpPr>
        <dsp:cNvPr id="0" name=""/>
        <dsp:cNvSpPr/>
      </dsp:nvSpPr>
      <dsp:spPr>
        <a:xfrm>
          <a:off x="0" y="0"/>
          <a:ext cx="9088040" cy="1122045"/>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fr-CA" sz="3100" kern="1200"/>
            <a:t>Utilisation d’un PVA (population viability analysis)</a:t>
          </a:r>
          <a:endParaRPr lang="en-US" sz="3100" kern="1200"/>
        </a:p>
      </dsp:txBody>
      <dsp:txXfrm>
        <a:off x="32864" y="32864"/>
        <a:ext cx="7877265" cy="1056317"/>
      </dsp:txXfrm>
    </dsp:sp>
    <dsp:sp modelId="{A94F208A-DA03-406B-9A78-542D620672CF}">
      <dsp:nvSpPr>
        <dsp:cNvPr id="0" name=""/>
        <dsp:cNvSpPr/>
      </dsp:nvSpPr>
      <dsp:spPr>
        <a:xfrm>
          <a:off x="801885" y="1309052"/>
          <a:ext cx="9088040" cy="1122045"/>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fr-CA" sz="3100" kern="1200"/>
            <a:t>3 scénarios</a:t>
          </a:r>
          <a:endParaRPr lang="en-US" sz="3100" kern="1200"/>
        </a:p>
      </dsp:txBody>
      <dsp:txXfrm>
        <a:off x="834749" y="1341916"/>
        <a:ext cx="7491097" cy="1056317"/>
      </dsp:txXfrm>
    </dsp:sp>
    <dsp:sp modelId="{1763C80F-D2F9-4134-B702-DD4E83D6188D}">
      <dsp:nvSpPr>
        <dsp:cNvPr id="0" name=""/>
        <dsp:cNvSpPr/>
      </dsp:nvSpPr>
      <dsp:spPr>
        <a:xfrm>
          <a:off x="1603771" y="2618104"/>
          <a:ext cx="9088040" cy="1122045"/>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fr-CA" sz="3100" kern="1200"/>
            <a:t>3 niveaux d’ensemencements</a:t>
          </a:r>
          <a:endParaRPr lang="en-US" sz="3100" kern="1200"/>
        </a:p>
      </dsp:txBody>
      <dsp:txXfrm>
        <a:off x="1636635" y="2650968"/>
        <a:ext cx="7491097" cy="1056317"/>
      </dsp:txXfrm>
    </dsp:sp>
    <dsp:sp modelId="{A18238F9-1716-4467-B14A-38D2B4186132}">
      <dsp:nvSpPr>
        <dsp:cNvPr id="0" name=""/>
        <dsp:cNvSpPr/>
      </dsp:nvSpPr>
      <dsp:spPr>
        <a:xfrm>
          <a:off x="8358710" y="850884"/>
          <a:ext cx="729329" cy="729329"/>
        </a:xfrm>
        <a:prstGeom prst="downArrow">
          <a:avLst>
            <a:gd name="adj1" fmla="val 55000"/>
            <a:gd name="adj2" fmla="val 45000"/>
          </a:avLst>
        </a:prstGeom>
        <a:solidFill>
          <a:schemeClr val="accent2">
            <a:tint val="40000"/>
            <a:alpha val="90000"/>
            <a:hueOff val="0"/>
            <a:satOff val="0"/>
            <a:lumOff val="0"/>
            <a:alphaOff val="0"/>
          </a:schemeClr>
        </a:solidFill>
        <a:ln w="1270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3180" tIns="43180" rIns="43180" bIns="43180" numCol="1" spcCol="1270" anchor="ctr" anchorCtr="0">
          <a:noAutofit/>
        </a:bodyPr>
        <a:lstStyle/>
        <a:p>
          <a:pPr marL="0" lvl="0" indent="0" algn="ctr" defTabSz="1511300">
            <a:lnSpc>
              <a:spcPct val="90000"/>
            </a:lnSpc>
            <a:spcBef>
              <a:spcPct val="0"/>
            </a:spcBef>
            <a:spcAft>
              <a:spcPct val="35000"/>
            </a:spcAft>
            <a:buNone/>
          </a:pPr>
          <a:endParaRPr lang="en-US" sz="3400" kern="1200"/>
        </a:p>
      </dsp:txBody>
      <dsp:txXfrm>
        <a:off x="8522809" y="850884"/>
        <a:ext cx="401131" cy="548820"/>
      </dsp:txXfrm>
    </dsp:sp>
    <dsp:sp modelId="{F382F84B-C8C9-4AEA-9A6D-8A92B6092255}">
      <dsp:nvSpPr>
        <dsp:cNvPr id="0" name=""/>
        <dsp:cNvSpPr/>
      </dsp:nvSpPr>
      <dsp:spPr>
        <a:xfrm>
          <a:off x="9160596" y="2152456"/>
          <a:ext cx="729329" cy="729329"/>
        </a:xfrm>
        <a:prstGeom prst="downArrow">
          <a:avLst>
            <a:gd name="adj1" fmla="val 55000"/>
            <a:gd name="adj2" fmla="val 45000"/>
          </a:avLst>
        </a:prstGeom>
        <a:solidFill>
          <a:schemeClr val="accent3">
            <a:tint val="40000"/>
            <a:alpha val="90000"/>
            <a:hueOff val="0"/>
            <a:satOff val="0"/>
            <a:lumOff val="0"/>
            <a:alphaOff val="0"/>
          </a:schemeClr>
        </a:solidFill>
        <a:ln w="1270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3180" tIns="43180" rIns="43180" bIns="43180" numCol="1" spcCol="1270" anchor="ctr" anchorCtr="0">
          <a:noAutofit/>
        </a:bodyPr>
        <a:lstStyle/>
        <a:p>
          <a:pPr marL="0" lvl="0" indent="0" algn="ctr" defTabSz="1511300">
            <a:lnSpc>
              <a:spcPct val="90000"/>
            </a:lnSpc>
            <a:spcBef>
              <a:spcPct val="0"/>
            </a:spcBef>
            <a:spcAft>
              <a:spcPct val="35000"/>
            </a:spcAft>
            <a:buNone/>
          </a:pPr>
          <a:endParaRPr lang="en-US" sz="3400" kern="1200"/>
        </a:p>
      </dsp:txBody>
      <dsp:txXfrm>
        <a:off x="9324695" y="2152456"/>
        <a:ext cx="401131" cy="548820"/>
      </dsp:txXfrm>
    </dsp:sp>
  </dsp:spTree>
</dsp:drawing>
</file>

<file path=ppt/diagrams/layout1.xml><?xml version="1.0" encoding="utf-8"?>
<dgm:layoutDef xmlns:dgm="http://schemas.openxmlformats.org/drawingml/2006/diagram" xmlns:a="http://schemas.openxmlformats.org/drawingml/2006/main" uniqueId="urn:microsoft.com/office/officeart/2005/8/layout/vProcess5">
  <dgm:title val=""/>
  <dgm:desc val=""/>
  <dgm:catLst>
    <dgm:cat type="process" pri="14000"/>
  </dgm:catLst>
  <dgm:sampData>
    <dgm:dataModel>
      <dgm:ptLst>
        <dgm:pt modelId="0" type="doc"/>
        <dgm:pt modelId="1">
          <dgm:prSet phldr="1"/>
        </dgm:pt>
        <dgm:pt modelId="2">
          <dgm:prSet phldr="1"/>
        </dgm:pt>
        <dgm:pt modelId="3">
          <dgm:prSet phldr="1"/>
        </dgm:pt>
      </dgm:ptLst>
      <dgm:cxnLst>
        <dgm:cxn modelId="5" srcId="0" destId="1" srcOrd="0" destOrd="0"/>
        <dgm:cxn modelId="6" srcId="0" destId="2" srcOrd="1" destOrd="0"/>
        <dgm:cxn modelId="7" srcId="0" destId="3" srcOrd="2"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6" srcId="0" destId="1" srcOrd="0" destOrd="0"/>
        <dgm:cxn modelId="7" srcId="0" destId="2" srcOrd="1" destOrd="0"/>
        <dgm:cxn modelId="8" srcId="0" destId="3" srcOrd="2" destOrd="0"/>
        <dgm:cxn modelId="9" srcId="0" destId="4" srcOrd="3" destOrd="0"/>
      </dgm:cxnLst>
      <dgm:bg/>
      <dgm:whole/>
    </dgm:dataModel>
  </dgm:clrData>
  <dgm:layoutNode name="outerComposite">
    <dgm:varLst>
      <dgm:chMax val="5"/>
      <dgm:dir/>
      <dgm:resizeHandles val="exact"/>
    </dgm:varLst>
    <dgm:alg type="composite"/>
    <dgm:shape xmlns:r="http://schemas.openxmlformats.org/officeDocument/2006/relationships" r:blip="">
      <dgm:adjLst/>
    </dgm:shape>
    <dgm:presOf/>
    <dgm:choose name="Name0">
      <dgm:if name="Name1" func="var" arg="dir" op="equ" val="norm">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l" for="ch" forName="TwoNodes_1"/>
          <dgm:constr type="w" for="ch" forName="TwoNodes_2" refType="w" fact="0.85"/>
          <dgm:constr type="h" for="ch" forName="TwoNodes_2" refType="h" fact="0.45"/>
          <dgm:constr type="b" for="ch" forName="TwoNodes_2" refType="h"/>
          <dgm:constr type="r" for="ch" forName="TwoNodes_2" refType="w"/>
          <dgm:constr type="w" for="ch" forName="TwoConn_1-2" refType="h" refFor="ch" refForName="TwoNodes_1" fact="0.65"/>
          <dgm:constr type="h" for="ch" forName="TwoConn_1-2" refType="h" refFor="ch" refForName="TwoNodes_1" fact="0.65"/>
          <dgm:constr type="ctrY" for="ch" forName="TwoConn_1-2" refType="h" fact="0.5"/>
          <dgm:constr type="r" for="ch" forName="TwoConn_1-2" refType="r" refFor="ch" refForName="TwoNodes_1"/>
          <dgm:constr type="r" for="ch" forName="TwoNodes_1_text" refType="l" refFor="ch" refForName="TwoConn_1-2"/>
          <dgm:constr type="rOff" for="ch" forName="TwoNodes_1_text" refType="w" refFor="ch" refForName="TwoConn_1-2" fact="-0.5"/>
          <dgm:constr type="t" for="ch" forName="TwoNodes_1_text" refType="t" refFor="ch" refForName="TwoNodes_1"/>
          <dgm:constr type="b" for="ch" forName="TwoNodes_1_text" refType="b" refFor="ch" refForName="TwoNodes_1"/>
          <dgm:constr type="l" for="ch" forName="TwoNodes_1_text" refType="l" refFor="ch" refForName="TwoNodes_1"/>
          <dgm:constr type="r" for="ch" forName="TwoNodes_2_text" refType="l" refFor="ch" refForName="TwoConn_1-2"/>
          <dgm:constr type="t" for="ch" forName="TwoNodes_2_text" refType="t" refFor="ch" refForName="TwoNodes_2"/>
          <dgm:constr type="b" for="ch" forName="TwoNodes_2_text" refType="b" refFor="ch" refForName="TwoNodes_2"/>
          <dgm:constr type="l" for="ch" forName="TwoNodes_2_text" refType="l" refFor="ch" refForName="TwoNodes_2"/>
          <dgm:constr type="w" for="ch" forName="ThreeNodes_1" refType="w" fact="0.85"/>
          <dgm:constr type="h" for="ch" forName="ThreeNodes_1" refType="h" fact="0.3"/>
          <dgm:constr type="t" for="ch" forName="ThreeNodes_1"/>
          <dgm:constr type="l" for="ch" forName="ThreeNodes_1"/>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r" for="ch" forName="ThreeNodes_3" refType="w"/>
          <dgm:constr type="w" for="ch" forName="ThreeConn_1-2" refType="h" refFor="ch" refForName="ThreeNodes_1" fact="0.65"/>
          <dgm:constr type="h" for="ch" forName="ThreeConn_1-2" refType="h" refFor="ch" refForName="ThreeNodes_1" fact="0.65"/>
          <dgm:constr type="ctrY" for="ch" forName="ThreeConn_1-2" refType="h" fact="0.325"/>
          <dgm:constr type="r" for="ch" forName="ThreeConn_1-2" refType="r"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r" for="ch" forName="ThreeConn_2-3" refType="r" refFor="ch" refForName="ThreeNodes_2"/>
          <dgm:constr type="r" for="ch" forName="ThreeNodes_1_text" refType="l" refFor="ch" refForName="ThreeConn_1-2"/>
          <dgm:constr type="rOff" for="ch" forName="ThreeNodes_1_text" refType="w" refFor="ch" refForName="ThreeConn_1-2" fact="-0.57"/>
          <dgm:constr type="t" for="ch" forName="ThreeNodes_1_text" refType="t" refFor="ch" refForName="ThreeNodes_1"/>
          <dgm:constr type="b" for="ch" forName="ThreeNodes_1_text" refType="b" refFor="ch" refForName="ThreeNodes_1"/>
          <dgm:constr type="l" for="ch" forName="ThreeNodes_1_text" refType="l" refFor="ch" refForName="ThreeNodes_1"/>
          <dgm:constr type="r" for="ch" forName="ThreeNodes_2_text" refType="l" refFor="ch" refForName="ThreeConn_1-2"/>
          <dgm:constr type="t" for="ch" forName="ThreeNodes_2_text" refType="t" refFor="ch" refForName="ThreeNodes_2"/>
          <dgm:constr type="b" for="ch" forName="ThreeNodes_2_text" refType="b" refFor="ch" refForName="ThreeNodes_2"/>
          <dgm:constr type="l" for="ch" forName="ThreeNodes_2_text" refType="l" refFor="ch" refForName="ThreeNodes_2"/>
          <dgm:constr type="r" for="ch" forName="ThreeNodes_3_text" refType="l" refFor="ch" refForName="ThreeConn_2-3"/>
          <dgm:constr type="t" for="ch" forName="ThreeNodes_3_text" refType="t" refFor="ch" refForName="ThreeNodes_3"/>
          <dgm:constr type="b" for="ch" forName="ThreeNodes_3_text" refType="b" refFor="ch" refForName="ThreeNodes_3"/>
          <dgm:constr type="l" for="ch" forName="ThreeNodes_3_text" refType="l" refFor="ch" refForName="ThreeNodes_3"/>
          <dgm:constr type="w" for="ch" forName="FourNodes_1" refType="w" fact="0.8"/>
          <dgm:constr type="h" for="ch" forName="FourNodes_1" refType="h" fact="0.22"/>
          <dgm:constr type="t" for="ch" forName="FourNodes_1"/>
          <dgm:constr type="l" for="ch" forName="FourNodes_1"/>
          <dgm:constr type="w" for="ch" forName="FourNodes_2" refType="w" fact="0.8"/>
          <dgm:constr type="h" for="ch" forName="FourNodes_2" refType="h" fact="0.22"/>
          <dgm:constr type="ctrY" for="ch" forName="FourNodes_2" refType="h" fact="0.37"/>
          <dgm:constr type="ctrX" for="ch" forName="FourNodes_2" refType="w" fact="0.467"/>
          <dgm:constr type="w" for="ch" forName="FourNodes_3" refType="w" fact="0.8"/>
          <dgm:constr type="h" for="ch" forName="FourNodes_3" refType="h" fact="0.22"/>
          <dgm:constr type="ctrY" for="ch" forName="FourNodes_3" refType="h" fact="0.63"/>
          <dgm:constr type="ctrX" for="ch" forName="FourNodes_3" refType="w" fact="0.533"/>
          <dgm:constr type="w" for="ch" forName="FourNodes_4" refType="w" fact="0.8"/>
          <dgm:constr type="h" for="ch" forName="FourNodes_4" refType="h" fact="0.22"/>
          <dgm:constr type="b" for="ch" forName="FourNodes_4" refType="h"/>
          <dgm:constr type="r" for="ch" forName="FourNodes_4" refType="w"/>
          <dgm:constr type="w" for="ch" forName="FourConn_1-2" refType="h" refFor="ch" refForName="FourNodes_1" fact="0.65"/>
          <dgm:constr type="h" for="ch" forName="FourConn_1-2" refType="h" refFor="ch" refForName="FourNodes_1" fact="0.65"/>
          <dgm:constr type="ctrY" for="ch" forName="FourConn_1-2" refType="h" fact="0.24"/>
          <dgm:constr type="r" for="ch" forName="FourConn_1-2" refType="r"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r" for="ch" forName="FourConn_2-3" refType="r"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r" for="ch" forName="FourConn_3-4" refType="r" refFor="ch" refForName="FourNodes_3"/>
          <dgm:constr type="r" for="ch" forName="FourNodes_1_text" refType="l" refFor="ch" refForName="FourConn_1-2"/>
          <dgm:constr type="rOff" for="ch" forName="FourNodes_1_text" refType="w" refFor="ch" refForName="FourConn_1-2" fact="-0.7"/>
          <dgm:constr type="t" for="ch" forName="FourNodes_1_text" refType="t" refFor="ch" refForName="FourNodes_1"/>
          <dgm:constr type="b" for="ch" forName="FourNodes_1_text" refType="b" refFor="ch" refForName="FourNodes_1"/>
          <dgm:constr type="l" for="ch" forName="FourNodes_1_text" refType="l" refFor="ch" refForName="FourNodes_1"/>
          <dgm:constr type="r" for="ch" forName="FourNodes_2_text" refType="l" refFor="ch" refForName="FourConn_1-2"/>
          <dgm:constr type="t" for="ch" forName="FourNodes_2_text" refType="t" refFor="ch" refForName="FourNodes_2"/>
          <dgm:constr type="b" for="ch" forName="FourNodes_2_text" refType="b" refFor="ch" refForName="FourNodes_2"/>
          <dgm:constr type="l" for="ch" forName="FourNodes_2_text" refType="l" refFor="ch" refForName="FourNodes_2"/>
          <dgm:constr type="r" for="ch" forName="FourNodes_3_text" refType="l" refFor="ch" refForName="FourConn_2-3"/>
          <dgm:constr type="t" for="ch" forName="FourNodes_3_text" refType="t" refFor="ch" refForName="FourNodes_3"/>
          <dgm:constr type="b" for="ch" forName="FourNodes_3_text" refType="b" refFor="ch" refForName="FourNodes_3"/>
          <dgm:constr type="l" for="ch" forName="FourNodes_3_text" refType="l" refFor="ch" refForName="FourNodes_3"/>
          <dgm:constr type="r" for="ch" forName="FourNodes_4_text" refType="l" refFor="ch" refForName="FourConn_3-4"/>
          <dgm:constr type="t" for="ch" forName="FourNodes_4_text" refType="t" refFor="ch" refForName="FourNodes_4"/>
          <dgm:constr type="b" for="ch" forName="FourNodes_4_text" refType="b" refFor="ch" refForName="FourNodes_4"/>
          <dgm:constr type="l" for="ch" forName="FourNodes_4_text" refType="l" refFor="ch" refForName="FourNodes_4"/>
          <dgm:constr type="w" for="ch" forName="FiveNodes_1" refType="w" fact="0.77"/>
          <dgm:constr type="h" for="ch" forName="FiveNodes_1" refType="h" fact="0.18"/>
          <dgm:constr type="t" for="ch" forName="FiveNodes_1"/>
          <dgm:constr type="l" for="ch" forName="FiveNodes_1"/>
          <dgm:constr type="w" for="ch" forName="FiveNodes_2" refType="w" fact="0.77"/>
          <dgm:constr type="h" for="ch" forName="FiveNodes_2" refType="h" fact="0.18"/>
          <dgm:constr type="ctrY" for="ch" forName="FiveNodes_2" refType="h" fact="0.295"/>
          <dgm:constr type="ctrX" for="ch" forName="FiveNodes_2" refType="w" fact="0.442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5575"/>
          <dgm:constr type="w" for="ch" forName="FiveNodes_5" refType="w" fact="0.77"/>
          <dgm:constr type="h" for="ch" forName="FiveNodes_5" refType="h" fact="0.18"/>
          <dgm:constr type="b" for="ch" forName="FiveNodes_5" refType="h"/>
          <dgm:constr type="r" for="ch" forName="FiveNodes_5" refType="w"/>
          <dgm:constr type="w" for="ch" forName="FiveConn_1-2" refType="h" refFor="ch" refForName="FiveNodes_1" fact="0.65"/>
          <dgm:constr type="h" for="ch" forName="FiveConn_1-2" refType="h" refFor="ch" refForName="FiveNodes_1" fact="0.65"/>
          <dgm:constr type="ctrY" for="ch" forName="FiveConn_1-2" refType="h" fact="0.19"/>
          <dgm:constr type="r" for="ch" forName="FiveConn_1-2" refType="r"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r" for="ch" forName="FiveConn_2-3" refType="r"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r" for="ch" forName="FiveConn_3-4" refType="r"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r" for="ch" forName="FiveConn_4-5" refType="r" refFor="ch" refForName="FiveNodes_4"/>
          <dgm:constr type="r" for="ch" forName="FiveNodes_1_text" refType="l" refFor="ch" refForName="FiveConn_1-2"/>
          <dgm:constr type="rOff" for="ch" forName="FiveNodes_1_text" refType="w" refFor="ch" refForName="FiveConn_1-2" fact="-0.75"/>
          <dgm:constr type="t" for="ch" forName="FiveNodes_1_text" refType="t" refFor="ch" refForName="FiveNodes_1"/>
          <dgm:constr type="b" for="ch" forName="FiveNodes_1_text" refType="b" refFor="ch" refForName="FiveNodes_1"/>
          <dgm:constr type="l" for="ch" forName="FiveNodes_1_text" refType="l" refFor="ch" refForName="FiveNodes_1"/>
          <dgm:constr type="r" for="ch" forName="FiveNodes_2_text" refType="l" refFor="ch" refForName="FiveConn_1-2"/>
          <dgm:constr type="t" for="ch" forName="FiveNodes_2_text" refType="t" refFor="ch" refForName="FiveNodes_2"/>
          <dgm:constr type="b" for="ch" forName="FiveNodes_2_text" refType="b" refFor="ch" refForName="FiveNodes_2"/>
          <dgm:constr type="l" for="ch" forName="FiveNodes_2_text" refType="l" refFor="ch" refForName="FiveNodes_2"/>
          <dgm:constr type="r" for="ch" forName="FiveNodes_3_text" refType="l" refFor="ch" refForName="FiveConn_2-3"/>
          <dgm:constr type="t" for="ch" forName="FiveNodes_3_text" refType="t" refFor="ch" refForName="FiveNodes_3"/>
          <dgm:constr type="b" for="ch" forName="FiveNodes_3_text" refType="b" refFor="ch" refForName="FiveNodes_3"/>
          <dgm:constr type="l" for="ch" forName="FiveNodes_3_text" refType="l" refFor="ch" refForName="FiveNodes_3"/>
          <dgm:constr type="r" for="ch" forName="FiveNodes_4_text" refType="l" refFor="ch" refForName="FiveConn_3-4"/>
          <dgm:constr type="t" for="ch" forName="FiveNodes_4_text" refType="t" refFor="ch" refForName="FiveNodes_4"/>
          <dgm:constr type="b" for="ch" forName="FiveNodes_4_text" refType="b" refFor="ch" refForName="FiveNodes_4"/>
          <dgm:constr type="l" for="ch" forName="FiveNodes_4_text" refType="l" refFor="ch" refForName="FiveNodes_4"/>
          <dgm:constr type="r" for="ch" forName="FiveNodes_5_text" refType="l" refFor="ch" refForName="FiveConn_4-5"/>
          <dgm:constr type="t" for="ch" forName="FiveNodes_5_text" refType="t" refFor="ch" refForName="FiveNodes_5"/>
          <dgm:constr type="b" for="ch" forName="FiveNodes_5_text" refType="b" refFor="ch" refForName="FiveNodes_5"/>
          <dgm:constr type="l" for="ch" forName="FiveNodes_5_text" refType="l" refFor="ch" refForName="FiveNodes_5"/>
        </dgm:constrLst>
      </dgm:if>
      <dgm:else name="Name2">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r" for="ch" forName="TwoNodes_1" refType="w"/>
          <dgm:constr type="w" for="ch" forName="TwoNodes_2" refType="w" fact="0.85"/>
          <dgm:constr type="h" for="ch" forName="TwoNodes_2" refType="h" fact="0.45"/>
          <dgm:constr type="b" for="ch" forName="TwoNodes_2" refType="h"/>
          <dgm:constr type="l" for="ch" forName="TwoNodes_2"/>
          <dgm:constr type="w" for="ch" forName="TwoConn_1-2" refType="h" refFor="ch" refForName="TwoNodes_1" fact="0.65"/>
          <dgm:constr type="h" for="ch" forName="TwoConn_1-2" refType="h" refFor="ch" refForName="TwoNodes_1" fact="0.65"/>
          <dgm:constr type="ctrY" for="ch" forName="TwoConn_1-2" refType="h" fact="0.5"/>
          <dgm:constr type="l" for="ch" forName="TwoConn_1-2" refType="l" refFor="ch" refForName="TwoNodes_1"/>
          <dgm:constr type="l" for="ch" forName="TwoNodes_1_text" refType="r" refFor="ch" refForName="TwoConn_1-2"/>
          <dgm:constr type="lOff" for="ch" forName="TwoNodes_1_text" refType="w" refFor="ch" refForName="TwoConn_1-2" fact="0.5"/>
          <dgm:constr type="t" for="ch" forName="TwoNodes_1_text" refType="t" refFor="ch" refForName="TwoNodes_1"/>
          <dgm:constr type="b" for="ch" forName="TwoNodes_1_text" refType="b" refFor="ch" refForName="TwoNodes_1"/>
          <dgm:constr type="r" for="ch" forName="TwoNodes_1_text" refType="r" refFor="ch" refForName="TwoNodes_1"/>
          <dgm:constr type="l" for="ch" forName="TwoNodes_2_text" refType="r" refFor="ch" refForName="TwoConn_1-2"/>
          <dgm:constr type="t" for="ch" forName="TwoNodes_2_text" refType="t" refFor="ch" refForName="TwoNodes_2"/>
          <dgm:constr type="b" for="ch" forName="TwoNodes_2_text" refType="b" refFor="ch" refForName="TwoNodes_2"/>
          <dgm:constr type="r" for="ch" forName="TwoNodes_2_text" refType="r" refFor="ch" refForName="TwoNodes_2"/>
          <dgm:constr type="w" for="ch" forName="ThreeNodes_1" refType="w" fact="0.85"/>
          <dgm:constr type="h" for="ch" forName="ThreeNodes_1" refType="h" fact="0.3"/>
          <dgm:constr type="t" for="ch" forName="ThreeNodes_1"/>
          <dgm:constr type="r" for="ch" forName="ThreeNodes_1" refType="w"/>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l" for="ch" forName="ThreeNodes_3"/>
          <dgm:constr type="w" for="ch" forName="ThreeConn_1-2" refType="h" refFor="ch" refForName="ThreeNodes_1" fact="0.65"/>
          <dgm:constr type="h" for="ch" forName="ThreeConn_1-2" refType="h" refFor="ch" refForName="ThreeNodes_1" fact="0.65"/>
          <dgm:constr type="ctrY" for="ch" forName="ThreeConn_1-2" refType="h" fact="0.325"/>
          <dgm:constr type="l" for="ch" forName="ThreeConn_1-2" refType="l"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l" for="ch" forName="ThreeConn_2-3" refType="l" refFor="ch" refForName="ThreeNodes_2"/>
          <dgm:constr type="l" for="ch" forName="ThreeNodes_1_text" refType="r" refFor="ch" refForName="ThreeConn_1-2"/>
          <dgm:constr type="lOff" for="ch" forName="ThreeNodes_1_text" refType="w" refFor="ch" refForName="ThreeConn_1-2" fact="0.55"/>
          <dgm:constr type="t" for="ch" forName="ThreeNodes_1_text" refType="t" refFor="ch" refForName="ThreeNodes_1"/>
          <dgm:constr type="b" for="ch" forName="ThreeNodes_1_text" refType="b" refFor="ch" refForName="ThreeNodes_1"/>
          <dgm:constr type="r" for="ch" forName="ThreeNodes_1_text" refType="r" refFor="ch" refForName="ThreeNodes_1"/>
          <dgm:constr type="l" for="ch" forName="ThreeNodes_2_text" refType="r" refFor="ch" refForName="ThreeConn_1-2"/>
          <dgm:constr type="t" for="ch" forName="ThreeNodes_2_text" refType="t" refFor="ch" refForName="ThreeNodes_2"/>
          <dgm:constr type="b" for="ch" forName="ThreeNodes_2_text" refType="b" refFor="ch" refForName="ThreeNodes_2"/>
          <dgm:constr type="r" for="ch" forName="ThreeNodes_2_text" refType="r" refFor="ch" refForName="ThreeNodes_2"/>
          <dgm:constr type="l" for="ch" forName="ThreeNodes_3_text" refType="r" refFor="ch" refForName="ThreeConn_2-3"/>
          <dgm:constr type="t" for="ch" forName="ThreeNodes_3_text" refType="t" refFor="ch" refForName="ThreeNodes_3"/>
          <dgm:constr type="b" for="ch" forName="ThreeNodes_3_text" refType="b" refFor="ch" refForName="ThreeNodes_3"/>
          <dgm:constr type="r" for="ch" forName="ThreeNodes_3_text" refType="r" refFor="ch" refForName="ThreeNodes_3"/>
          <dgm:constr type="w" for="ch" forName="FourNodes_1" refType="w" fact="0.8"/>
          <dgm:constr type="h" for="ch" forName="FourNodes_1" refType="h" fact="0.22"/>
          <dgm:constr type="t" for="ch" forName="FourNodes_1"/>
          <dgm:constr type="r" for="ch" forName="FourNodes_1" refType="w"/>
          <dgm:constr type="w" for="ch" forName="FourNodes_2" refType="w" fact="0.8"/>
          <dgm:constr type="h" for="ch" forName="FourNodes_2" refType="h" fact="0.22"/>
          <dgm:constr type="ctrY" for="ch" forName="FourNodes_2" refType="h" fact="0.37"/>
          <dgm:constr type="ctrX" for="ch" forName="FourNodes_2" refType="w" fact="0.533"/>
          <dgm:constr type="w" for="ch" forName="FourNodes_3" refType="w" fact="0.8"/>
          <dgm:constr type="h" for="ch" forName="FourNodes_3" refType="h" fact="0.22"/>
          <dgm:constr type="ctrY" for="ch" forName="FourNodes_3" refType="h" fact="0.63"/>
          <dgm:constr type="ctrX" for="ch" forName="FourNodes_3" refType="w" fact="0.467"/>
          <dgm:constr type="w" for="ch" forName="FourNodes_4" refType="w" fact="0.8"/>
          <dgm:constr type="h" for="ch" forName="FourNodes_4" refType="h" fact="0.22"/>
          <dgm:constr type="b" for="ch" forName="FourNodes_4" refType="h"/>
          <dgm:constr type="l" for="ch" forName="FourNodes_4"/>
          <dgm:constr type="w" for="ch" forName="FourConn_1-2" refType="h" refFor="ch" refForName="FourNodes_1" fact="0.65"/>
          <dgm:constr type="h" for="ch" forName="FourConn_1-2" refType="h" refFor="ch" refForName="FourNodes_1" fact="0.65"/>
          <dgm:constr type="ctrY" for="ch" forName="FourConn_1-2" refType="h" fact="0.24"/>
          <dgm:constr type="l" for="ch" forName="FourConn_1-2" refType="l"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l" for="ch" forName="FourConn_2-3" refType="l"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l" for="ch" forName="FourConn_3-4" refType="l" refFor="ch" refForName="FourNodes_3"/>
          <dgm:constr type="l" for="ch" forName="FourNodes_1_text" refType="r" refFor="ch" refForName="FourConn_1-2"/>
          <dgm:constr type="lOff" for="ch" forName="FourNodes_1_text" refType="w" refFor="ch" refForName="FourConn_1-2" fact="0.69"/>
          <dgm:constr type="t" for="ch" forName="FourNodes_1_text" refType="t" refFor="ch" refForName="FourNodes_1"/>
          <dgm:constr type="b" for="ch" forName="FourNodes_1_text" refType="b" refFor="ch" refForName="FourNodes_1"/>
          <dgm:constr type="r" for="ch" forName="FourNodes_1_text" refType="r" refFor="ch" refForName="FourNodes_1"/>
          <dgm:constr type="l" for="ch" forName="FourNodes_2_text" refType="r" refFor="ch" refForName="FourConn_1-2"/>
          <dgm:constr type="t" for="ch" forName="FourNodes_2_text" refType="t" refFor="ch" refForName="FourNodes_2"/>
          <dgm:constr type="b" for="ch" forName="FourNodes_2_text" refType="b" refFor="ch" refForName="FourNodes_2"/>
          <dgm:constr type="r" for="ch" forName="FourNodes_2_text" refType="r" refFor="ch" refForName="FourNodes_2"/>
          <dgm:constr type="l" for="ch" forName="FourNodes_3_text" refType="r" refFor="ch" refForName="FourConn_2-3"/>
          <dgm:constr type="t" for="ch" forName="FourNodes_3_text" refType="t" refFor="ch" refForName="FourNodes_3"/>
          <dgm:constr type="b" for="ch" forName="FourNodes_3_text" refType="b" refFor="ch" refForName="FourNodes_3"/>
          <dgm:constr type="r" for="ch" forName="FourNodes_3_text" refType="r" refFor="ch" refForName="FourNodes_3"/>
          <dgm:constr type="l" for="ch" forName="FourNodes_4_text" refType="r" refFor="ch" refForName="FourConn_3-4"/>
          <dgm:constr type="t" for="ch" forName="FourNodes_4_text" refType="t" refFor="ch" refForName="FourNodes_4"/>
          <dgm:constr type="b" for="ch" forName="FourNodes_4_text" refType="b" refFor="ch" refForName="FourNodes_4"/>
          <dgm:constr type="r" for="ch" forName="FourNodes_4_text" refType="r" refFor="ch" refForName="FourNodes_4"/>
          <dgm:constr type="w" for="ch" forName="FiveNodes_1" refType="w" fact="0.77"/>
          <dgm:constr type="h" for="ch" forName="FiveNodes_1" refType="h" fact="0.18"/>
          <dgm:constr type="t" for="ch" forName="FiveNodes_1"/>
          <dgm:constr type="r" for="ch" forName="FiveNodes_1" refType="w"/>
          <dgm:constr type="w" for="ch" forName="FiveNodes_2" refType="w" fact="0.77"/>
          <dgm:constr type="h" for="ch" forName="FiveNodes_2" refType="h" fact="0.18"/>
          <dgm:constr type="ctrY" for="ch" forName="FiveNodes_2" refType="h" fact="0.295"/>
          <dgm:constr type="ctrX" for="ch" forName="FiveNodes_2" refType="w" fact="0.557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4425"/>
          <dgm:constr type="w" for="ch" forName="FiveNodes_5" refType="w" fact="0.77"/>
          <dgm:constr type="h" for="ch" forName="FiveNodes_5" refType="h" fact="0.18"/>
          <dgm:constr type="b" for="ch" forName="FiveNodes_5" refType="h"/>
          <dgm:constr type="l" for="ch" forName="FiveNodes_5"/>
          <dgm:constr type="w" for="ch" forName="FiveConn_1-2" refType="h" refFor="ch" refForName="FiveNodes_1" fact="0.65"/>
          <dgm:constr type="h" for="ch" forName="FiveConn_1-2" refType="h" refFor="ch" refForName="FiveNodes_1" fact="0.65"/>
          <dgm:constr type="ctrY" for="ch" forName="FiveConn_1-2" refType="h" fact="0.19"/>
          <dgm:constr type="l" for="ch" forName="FiveConn_1-2" refType="l"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l" for="ch" forName="FiveConn_2-3" refType="l"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l" for="ch" forName="FiveConn_3-4" refType="l"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l" for="ch" forName="FiveConn_4-5" refType="l" refFor="ch" refForName="FiveNodes_4"/>
          <dgm:constr type="l" for="ch" forName="FiveNodes_1_text" refType="r" refFor="ch" refForName="FiveConn_1-2"/>
          <dgm:constr type="lOff" for="ch" forName="FiveNodes_1_text" refType="w" refFor="ch" refForName="FiveConn_1-2" fact="0.73"/>
          <dgm:constr type="t" for="ch" forName="FiveNodes_1_text" refType="t" refFor="ch" refForName="FiveNodes_1"/>
          <dgm:constr type="b" for="ch" forName="FiveNodes_1_text" refType="b" refFor="ch" refForName="FiveNodes_1"/>
          <dgm:constr type="r" for="ch" forName="FiveNodes_1_text" refType="r" refFor="ch" refForName="FiveNodes_1"/>
          <dgm:constr type="l" for="ch" forName="FiveNodes_2_text" refType="r" refFor="ch" refForName="FiveConn_1-2"/>
          <dgm:constr type="t" for="ch" forName="FiveNodes_2_text" refType="t" refFor="ch" refForName="FiveNodes_2"/>
          <dgm:constr type="b" for="ch" forName="FiveNodes_2_text" refType="b" refFor="ch" refForName="FiveNodes_2"/>
          <dgm:constr type="r" for="ch" forName="FiveNodes_2_text" refType="r" refFor="ch" refForName="FiveNodes_2"/>
          <dgm:constr type="l" for="ch" forName="FiveNodes_3_text" refType="r" refFor="ch" refForName="FiveConn_2-3"/>
          <dgm:constr type="t" for="ch" forName="FiveNodes_3_text" refType="t" refFor="ch" refForName="FiveNodes_3"/>
          <dgm:constr type="b" for="ch" forName="FiveNodes_3_text" refType="b" refFor="ch" refForName="FiveNodes_3"/>
          <dgm:constr type="r" for="ch" forName="FiveNodes_3_text" refType="r" refFor="ch" refForName="FiveNodes_3"/>
          <dgm:constr type="l" for="ch" forName="FiveNodes_4_text" refType="r" refFor="ch" refForName="FiveConn_3-4"/>
          <dgm:constr type="t" for="ch" forName="FiveNodes_4_text" refType="t" refFor="ch" refForName="FiveNodes_4"/>
          <dgm:constr type="b" for="ch" forName="FiveNodes_4_text" refType="b" refFor="ch" refForName="FiveNodes_4"/>
          <dgm:constr type="r" for="ch" forName="FiveNodes_4_text" refType="r" refFor="ch" refForName="FiveNodes_4"/>
          <dgm:constr type="l" for="ch" forName="FiveNodes_5_text" refType="r" refFor="ch" refForName="FiveConn_4-5"/>
          <dgm:constr type="t" for="ch" forName="FiveNodes_5_text" refType="t" refFor="ch" refForName="FiveNodes_5"/>
          <dgm:constr type="b" for="ch" forName="FiveNodes_5_text" refType="b" refFor="ch" refForName="FiveNodes_5"/>
          <dgm:constr type="r" for="ch" forName="FiveNodes_5_text" refType="r" refFor="ch" refForName="FiveNodes_5"/>
        </dgm:constrLst>
      </dgm:else>
    </dgm:choose>
    <dgm:ruleLst/>
    <dgm:layoutNode name="dummyMaxCanvas">
      <dgm:varLst/>
      <dgm:alg type="sp"/>
      <dgm:shape xmlns:r="http://schemas.openxmlformats.org/officeDocument/2006/relationships" r:blip="">
        <dgm:adjLst/>
      </dgm:shape>
      <dgm:presOf/>
      <dgm:constrLst/>
      <dgm:ruleLst/>
    </dgm:layoutNode>
    <dgm:choose name="Name3">
      <dgm:if name="Name4" axis="ch" ptType="node" func="cnt" op="equ" val="1">
        <dgm:layoutNode name="OneNode_1">
          <dgm:varLst>
            <dgm:bulletEnabled val="1"/>
          </dgm:varLst>
          <dgm:alg type="tx"/>
          <dgm:shape xmlns:r="http://schemas.openxmlformats.org/officeDocument/2006/relationships" type="roundRect" r:blip="">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
        <dgm:choose name="Name6">
          <dgm:if name="Name7" axis="ch" ptType="node" func="cnt" op="equ" val="2">
            <dgm:layoutNode name="Two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wo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wo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wo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wo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
            <dgm:choose name="Name9">
              <dgm:if name="Name10" axis="ch" ptType="node" func="cnt" op="equ" val="3">
                <dgm:layoutNode name="Thre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hre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hre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Thre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1">
                <dgm:choose name="Name12">
                  <dgm:if name="Name13" axis="ch" ptType="node" func="cnt" op="equ" val="4">
                    <dgm:layoutNode name="Four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our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our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our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our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4">
                    <dgm:choose name="Name15">
                      <dgm:if name="Name16" axis="ch" ptType="node" func="cnt" op="gte" val="5">
                        <dgm:layoutNode name="Fiv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iv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iv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ive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iveNodes_5">
                          <dgm:varLst>
                            <dgm:bulletEnabled val="1"/>
                          </dgm:varLst>
                          <dgm:alg type="sp"/>
                          <dgm:shape xmlns:r="http://schemas.openxmlformats.org/officeDocument/2006/relationships" type="roundRect" r:blip="">
                            <dgm:adjLst>
                              <dgm:adj idx="1" val="0.1"/>
                            </dgm:adjLst>
                          </dgm:shape>
                          <dgm:presOf axis="ch desOrSelf" ptType="node node" st="5 1" cnt="1 0"/>
                          <dgm:constrLst/>
                          <dgm:ruleLst/>
                        </dgm:layoutNode>
                        <dgm:layoutNode name="Fiv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4-5" styleLbl="fgAccFollowNode1">
                          <dgm:varLst>
                            <dgm:bulletEnabled val="1"/>
                          </dgm:varLst>
                          <dgm:alg type="tx"/>
                          <dgm:shape xmlns:r="http://schemas.openxmlformats.org/officeDocument/2006/relationships" type="downArrow" r:blip="">
                            <dgm:adjLst>
                              <dgm:adj idx="1" val="0.55"/>
                              <dgm:adj idx="2" val="0.45"/>
                            </dgm:adjLst>
                          </dgm:shape>
                          <dgm:presOf axis="ch" ptType="sibTrans" st="4"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5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5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7"/>
                    </dgm:choose>
                  </dgm:else>
                </dgm:choose>
              </dgm:else>
            </dgm:choose>
          </dgm:else>
        </dgm:choose>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CA"/>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367624-D205-408C-8B1A-02794C4A4744}" type="datetimeFigureOut">
              <a:rPr lang="fr-CA" smtClean="0"/>
              <a:t>2026-04-15</a:t>
            </a:fld>
            <a:endParaRPr lang="fr-CA"/>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CA"/>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fr-CA"/>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CA"/>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A5809C9-D391-499D-8A4B-F46E79386DAE}" type="slidenum">
              <a:rPr lang="fr-CA" smtClean="0"/>
              <a:t>‹N°›</a:t>
            </a:fld>
            <a:endParaRPr lang="fr-CA"/>
          </a:p>
        </p:txBody>
      </p:sp>
    </p:spTree>
    <p:extLst>
      <p:ext uri="{BB962C8B-B14F-4D97-AF65-F5344CB8AC3E}">
        <p14:creationId xmlns:p14="http://schemas.microsoft.com/office/powerpoint/2010/main" val="25100694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CA" dirty="0"/>
              <a:t>Parler du critère du COSEPAC avec les analyses de viabilité pour 100 ans</a:t>
            </a:r>
          </a:p>
        </p:txBody>
      </p:sp>
      <p:sp>
        <p:nvSpPr>
          <p:cNvPr id="4" name="Espace réservé du numéro de diapositive 3"/>
          <p:cNvSpPr>
            <a:spLocks noGrp="1"/>
          </p:cNvSpPr>
          <p:nvPr>
            <p:ph type="sldNum" sz="quarter" idx="5"/>
          </p:nvPr>
        </p:nvSpPr>
        <p:spPr/>
        <p:txBody>
          <a:bodyPr/>
          <a:lstStyle/>
          <a:p>
            <a:fld id="{EA5809C9-D391-499D-8A4B-F46E79386DAE}" type="slidenum">
              <a:rPr lang="fr-CA" smtClean="0"/>
              <a:t>7</a:t>
            </a:fld>
            <a:endParaRPr lang="fr-CA"/>
          </a:p>
        </p:txBody>
      </p:sp>
    </p:spTree>
    <p:extLst>
      <p:ext uri="{BB962C8B-B14F-4D97-AF65-F5344CB8AC3E}">
        <p14:creationId xmlns:p14="http://schemas.microsoft.com/office/powerpoint/2010/main" val="25839235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DE6C8-AB1D-4204-BC9C-3366B0BF0435}"/>
              </a:ext>
            </a:extLst>
          </p:cNvPr>
          <p:cNvSpPr>
            <a:spLocks noGrp="1"/>
          </p:cNvSpPr>
          <p:nvPr>
            <p:ph type="ctrTitle"/>
          </p:nvPr>
        </p:nvSpPr>
        <p:spPr>
          <a:xfrm>
            <a:off x="704088" y="889820"/>
            <a:ext cx="9989574" cy="3598606"/>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7A7B9009-EE50-4EE5-B6EB-CD6EC83D3FA3}"/>
              </a:ext>
            </a:extLst>
          </p:cNvPr>
          <p:cNvSpPr>
            <a:spLocks noGrp="1"/>
          </p:cNvSpPr>
          <p:nvPr>
            <p:ph type="subTitle" idx="1"/>
          </p:nvPr>
        </p:nvSpPr>
        <p:spPr>
          <a:xfrm>
            <a:off x="704088" y="4488426"/>
            <a:ext cx="6991776" cy="1302774"/>
          </a:xfrm>
        </p:spPr>
        <p:txBody>
          <a:bodyPr anchor="b">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99C8667E-058A-436F-B8EA-5B3A99D43D09}"/>
              </a:ext>
            </a:extLst>
          </p:cNvPr>
          <p:cNvSpPr>
            <a:spLocks noGrp="1"/>
          </p:cNvSpPr>
          <p:nvPr>
            <p:ph type="dt" sz="half" idx="10"/>
          </p:nvPr>
        </p:nvSpPr>
        <p:spPr/>
        <p:txBody>
          <a:bodyPr/>
          <a:lstStyle/>
          <a:p>
            <a:fld id="{D1D1EADE-8E88-4C7C-8AC5-FB148DE4940E}" type="datetime1">
              <a:rPr lang="en-US" smtClean="0"/>
              <a:t>4/15/2026</a:t>
            </a:fld>
            <a:endParaRPr lang="en-US"/>
          </a:p>
        </p:txBody>
      </p:sp>
      <p:sp>
        <p:nvSpPr>
          <p:cNvPr id="5" name="Footer Placeholder 4">
            <a:extLst>
              <a:ext uri="{FF2B5EF4-FFF2-40B4-BE49-F238E27FC236}">
                <a16:creationId xmlns:a16="http://schemas.microsoft.com/office/drawing/2014/main" id="{52680305-1AD7-482D-BFFD-6CDB83AB39A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E5762A1-52E9-402D-B65E-DF193E44CE83}"/>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6501749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87CA6-BFD9-4CB1-8892-F6B062E82445}"/>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0CDA8C3-9C0C-4E52-9A62-E4DB159E6B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7CC3EC35-E02F-41FF-9232-F90692A902FC}"/>
              </a:ext>
            </a:extLst>
          </p:cNvPr>
          <p:cNvSpPr>
            <a:spLocks noGrp="1"/>
          </p:cNvSpPr>
          <p:nvPr>
            <p:ph type="dt" sz="half" idx="10"/>
          </p:nvPr>
        </p:nvSpPr>
        <p:spPr/>
        <p:txBody>
          <a:bodyPr/>
          <a:lstStyle/>
          <a:p>
            <a:fld id="{157B6794-849E-4626-908B-D15793550EFB}" type="datetime1">
              <a:rPr lang="en-US" smtClean="0"/>
              <a:t>4/15/2026</a:t>
            </a:fld>
            <a:endParaRPr lang="en-US"/>
          </a:p>
        </p:txBody>
      </p:sp>
      <p:sp>
        <p:nvSpPr>
          <p:cNvPr id="5" name="Footer Placeholder 4">
            <a:extLst>
              <a:ext uri="{FF2B5EF4-FFF2-40B4-BE49-F238E27FC236}">
                <a16:creationId xmlns:a16="http://schemas.microsoft.com/office/drawing/2014/main" id="{39D13D38-5DF1-443B-8A12-71E834FDC6A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25E644A-4A37-4757-9809-5B035E2874E6}"/>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1825396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6578B-CD85-4BF1-A729-E8E8079B595F}"/>
              </a:ext>
            </a:extLst>
          </p:cNvPr>
          <p:cNvSpPr>
            <a:spLocks noGrp="1"/>
          </p:cNvSpPr>
          <p:nvPr>
            <p:ph type="title"/>
          </p:nvPr>
        </p:nvSpPr>
        <p:spPr>
          <a:xfrm>
            <a:off x="715383" y="1709738"/>
            <a:ext cx="10632067" cy="2852737"/>
          </a:xfrm>
        </p:spPr>
        <p:txBody>
          <a:bodyPr anchor="b"/>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58448C1-C13F-4826-8347-EEB00A6643D6}"/>
              </a:ext>
            </a:extLst>
          </p:cNvPr>
          <p:cNvSpPr>
            <a:spLocks noGrp="1"/>
          </p:cNvSpPr>
          <p:nvPr>
            <p:ph type="body" idx="1"/>
          </p:nvPr>
        </p:nvSpPr>
        <p:spPr>
          <a:xfrm>
            <a:off x="715383" y="4589463"/>
            <a:ext cx="10632067"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806546A-957F-4C4D-9744-1177AD258E10}"/>
              </a:ext>
            </a:extLst>
          </p:cNvPr>
          <p:cNvSpPr>
            <a:spLocks noGrp="1"/>
          </p:cNvSpPr>
          <p:nvPr>
            <p:ph type="dt" sz="half" idx="10"/>
          </p:nvPr>
        </p:nvSpPr>
        <p:spPr/>
        <p:txBody>
          <a:bodyPr/>
          <a:lstStyle/>
          <a:p>
            <a:fld id="{63DB64E7-5594-42A3-ADBF-E95A7ACEAD64}" type="datetime1">
              <a:rPr lang="en-US" smtClean="0"/>
              <a:t>4/15/2026</a:t>
            </a:fld>
            <a:endParaRPr lang="en-US"/>
          </a:p>
        </p:txBody>
      </p:sp>
      <p:sp>
        <p:nvSpPr>
          <p:cNvPr id="5" name="Footer Placeholder 4">
            <a:extLst>
              <a:ext uri="{FF2B5EF4-FFF2-40B4-BE49-F238E27FC236}">
                <a16:creationId xmlns:a16="http://schemas.microsoft.com/office/drawing/2014/main" id="{B1DB149C-CC63-4E3A-A83D-EF637EB5197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EDB94775-7982-41EC-B584-D51224D38F77}"/>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134084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E4BD8-507D-48E4-A624-F16A741C3609}"/>
              </a:ext>
            </a:extLst>
          </p:cNvPr>
          <p:cNvSpPr>
            <a:spLocks noGrp="1"/>
          </p:cNvSpPr>
          <p:nvPr>
            <p:ph type="title"/>
          </p:nvPr>
        </p:nvSpPr>
        <p:spPr>
          <a:xfrm>
            <a:off x="700635" y="914400"/>
            <a:ext cx="10691265" cy="1307592"/>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10A07E4-3A39-457C-A059-7DFB6039D947}"/>
              </a:ext>
            </a:extLst>
          </p:cNvPr>
          <p:cNvSpPr>
            <a:spLocks noGrp="1"/>
          </p:cNvSpPr>
          <p:nvPr>
            <p:ph sz="half" idx="1"/>
          </p:nvPr>
        </p:nvSpPr>
        <p:spPr>
          <a:xfrm>
            <a:off x="704088"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B141E17-47CE-4A78-B0FA-0E9786DA67C5}"/>
              </a:ext>
            </a:extLst>
          </p:cNvPr>
          <p:cNvSpPr>
            <a:spLocks noGrp="1"/>
          </p:cNvSpPr>
          <p:nvPr>
            <p:ph sz="half" idx="2"/>
          </p:nvPr>
        </p:nvSpPr>
        <p:spPr>
          <a:xfrm>
            <a:off x="6181344"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F02C13-D3ED-4044-9716-F29D79A184C9}"/>
              </a:ext>
            </a:extLst>
          </p:cNvPr>
          <p:cNvSpPr>
            <a:spLocks noGrp="1"/>
          </p:cNvSpPr>
          <p:nvPr>
            <p:ph type="dt" sz="half" idx="10"/>
          </p:nvPr>
        </p:nvSpPr>
        <p:spPr/>
        <p:txBody>
          <a:bodyPr/>
          <a:lstStyle/>
          <a:p>
            <a:fld id="{18462B0B-D248-4FFB-8695-AD7FA4B1284A}" type="datetime1">
              <a:rPr lang="en-US" smtClean="0"/>
              <a:t>4/15/2026</a:t>
            </a:fld>
            <a:endParaRPr lang="en-US"/>
          </a:p>
        </p:txBody>
      </p:sp>
      <p:sp>
        <p:nvSpPr>
          <p:cNvPr id="6" name="Footer Placeholder 5">
            <a:extLst>
              <a:ext uri="{FF2B5EF4-FFF2-40B4-BE49-F238E27FC236}">
                <a16:creationId xmlns:a16="http://schemas.microsoft.com/office/drawing/2014/main" id="{8AF334AD-FB29-4355-B5CF-85E61B4F340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A5AA154-790C-4774-9C21-8C543E733F26}"/>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22406757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7DD35-7673-4F88-86B0-634883B5E345}"/>
              </a:ext>
            </a:extLst>
          </p:cNvPr>
          <p:cNvSpPr>
            <a:spLocks noGrp="1"/>
          </p:cNvSpPr>
          <p:nvPr>
            <p:ph type="title"/>
          </p:nvPr>
        </p:nvSpPr>
        <p:spPr>
          <a:xfrm>
            <a:off x="704087" y="929147"/>
            <a:ext cx="10689336" cy="798451"/>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EC820D7-3E0B-47C6-A583-C4C839C5AF03}"/>
              </a:ext>
            </a:extLst>
          </p:cNvPr>
          <p:cNvSpPr>
            <a:spLocks noGrp="1"/>
          </p:cNvSpPr>
          <p:nvPr>
            <p:ph type="body" idx="1"/>
          </p:nvPr>
        </p:nvSpPr>
        <p:spPr>
          <a:xfrm>
            <a:off x="704088"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A839A7B-97D5-400F-B802-A0FF28FE9F15}"/>
              </a:ext>
            </a:extLst>
          </p:cNvPr>
          <p:cNvSpPr>
            <a:spLocks noGrp="1"/>
          </p:cNvSpPr>
          <p:nvPr>
            <p:ph sz="half" idx="2"/>
          </p:nvPr>
        </p:nvSpPr>
        <p:spPr>
          <a:xfrm>
            <a:off x="704088"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C2E0ECA2-DBF1-4681-9DFA-93AFD1B371DB}"/>
              </a:ext>
            </a:extLst>
          </p:cNvPr>
          <p:cNvSpPr>
            <a:spLocks noGrp="1"/>
          </p:cNvSpPr>
          <p:nvPr>
            <p:ph type="body" sz="quarter" idx="3"/>
          </p:nvPr>
        </p:nvSpPr>
        <p:spPr>
          <a:xfrm>
            <a:off x="6181344"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90EBBBB-517F-4ED7-9E51-CF0F7590B4D4}"/>
              </a:ext>
            </a:extLst>
          </p:cNvPr>
          <p:cNvSpPr>
            <a:spLocks noGrp="1"/>
          </p:cNvSpPr>
          <p:nvPr>
            <p:ph sz="quarter" idx="4"/>
          </p:nvPr>
        </p:nvSpPr>
        <p:spPr>
          <a:xfrm>
            <a:off x="6181344"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511B5C7-1E37-478F-B4B0-C7202FFE41B9}"/>
              </a:ext>
            </a:extLst>
          </p:cNvPr>
          <p:cNvSpPr>
            <a:spLocks noGrp="1"/>
          </p:cNvSpPr>
          <p:nvPr>
            <p:ph type="dt" sz="half" idx="10"/>
          </p:nvPr>
        </p:nvSpPr>
        <p:spPr/>
        <p:txBody>
          <a:bodyPr/>
          <a:lstStyle/>
          <a:p>
            <a:fld id="{D0378EFB-9159-4510-B73F-4F0409ADE937}" type="datetime1">
              <a:rPr lang="en-US" smtClean="0"/>
              <a:t>4/15/2026</a:t>
            </a:fld>
            <a:endParaRPr lang="en-US"/>
          </a:p>
        </p:txBody>
      </p:sp>
      <p:sp>
        <p:nvSpPr>
          <p:cNvPr id="8" name="Footer Placeholder 7">
            <a:extLst>
              <a:ext uri="{FF2B5EF4-FFF2-40B4-BE49-F238E27FC236}">
                <a16:creationId xmlns:a16="http://schemas.microsoft.com/office/drawing/2014/main" id="{9153F7EF-507C-4CB3-86C5-8B34FFFC1D86}"/>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58E3DEA6-E4EB-4C2A-8B4F-55EC965B6219}"/>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28755512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32964-A933-4B98-A141-A4B316DAFA9F}"/>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5D684C9D-23DA-42B0-9DD3-7592F72E8DC9}"/>
              </a:ext>
            </a:extLst>
          </p:cNvPr>
          <p:cNvSpPr>
            <a:spLocks noGrp="1"/>
          </p:cNvSpPr>
          <p:nvPr>
            <p:ph type="dt" sz="half" idx="10"/>
          </p:nvPr>
        </p:nvSpPr>
        <p:spPr/>
        <p:txBody>
          <a:bodyPr/>
          <a:lstStyle/>
          <a:p>
            <a:fld id="{89BC9412-2452-4BED-A324-9D8C115361AD}" type="datetime1">
              <a:rPr lang="en-US" smtClean="0"/>
              <a:t>4/15/2026</a:t>
            </a:fld>
            <a:endParaRPr lang="en-US"/>
          </a:p>
        </p:txBody>
      </p:sp>
      <p:sp>
        <p:nvSpPr>
          <p:cNvPr id="4" name="Footer Placeholder 3">
            <a:extLst>
              <a:ext uri="{FF2B5EF4-FFF2-40B4-BE49-F238E27FC236}">
                <a16:creationId xmlns:a16="http://schemas.microsoft.com/office/drawing/2014/main" id="{68BF8F05-876F-49D8-AE30-5BB2A91ECD59}"/>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153D20DA-9260-4577-BB51-789570A243AF}"/>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29251323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2C1F24-E0A1-45A7-8EF5-92CD9799341C}"/>
              </a:ext>
            </a:extLst>
          </p:cNvPr>
          <p:cNvSpPr>
            <a:spLocks noGrp="1"/>
          </p:cNvSpPr>
          <p:nvPr>
            <p:ph type="dt" sz="half" idx="10"/>
          </p:nvPr>
        </p:nvSpPr>
        <p:spPr/>
        <p:txBody>
          <a:bodyPr/>
          <a:lstStyle/>
          <a:p>
            <a:fld id="{F5318F62-D251-40E8-A23C-F4CFE9FEAB41}" type="datetime1">
              <a:rPr lang="en-US" smtClean="0"/>
              <a:t>4/15/2026</a:t>
            </a:fld>
            <a:endParaRPr lang="en-US"/>
          </a:p>
        </p:txBody>
      </p:sp>
      <p:sp>
        <p:nvSpPr>
          <p:cNvPr id="3" name="Footer Placeholder 2">
            <a:extLst>
              <a:ext uri="{FF2B5EF4-FFF2-40B4-BE49-F238E27FC236}">
                <a16:creationId xmlns:a16="http://schemas.microsoft.com/office/drawing/2014/main" id="{3E021C19-210E-46B0-9036-5D8AECC9260C}"/>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1A880FEF-487E-44DF-8615-DF2210419602}"/>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27134282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568EE-74C8-43A6-90BC-2DDD965CF64A}"/>
              </a:ext>
            </a:extLst>
          </p:cNvPr>
          <p:cNvSpPr>
            <a:spLocks noGrp="1"/>
          </p:cNvSpPr>
          <p:nvPr>
            <p:ph type="title"/>
          </p:nvPr>
        </p:nvSpPr>
        <p:spPr>
          <a:xfrm>
            <a:off x="704088" y="1069848"/>
            <a:ext cx="4093599" cy="1316736"/>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971C35AC-CAE3-48CF-A3E4-A075C9FDD71B}"/>
              </a:ext>
            </a:extLst>
          </p:cNvPr>
          <p:cNvSpPr>
            <a:spLocks noGrp="1"/>
          </p:cNvSpPr>
          <p:nvPr>
            <p:ph idx="1"/>
          </p:nvPr>
        </p:nvSpPr>
        <p:spPr>
          <a:xfrm>
            <a:off x="5183188" y="1069848"/>
            <a:ext cx="6172200" cy="479120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2D9D03EA-5FAD-4609-A2B8-624E426847E3}"/>
              </a:ext>
            </a:extLst>
          </p:cNvPr>
          <p:cNvSpPr>
            <a:spLocks noGrp="1"/>
          </p:cNvSpPr>
          <p:nvPr>
            <p:ph type="body" sz="half" idx="2"/>
          </p:nvPr>
        </p:nvSpPr>
        <p:spPr>
          <a:xfrm>
            <a:off x="704088" y="2551176"/>
            <a:ext cx="4093599" cy="3319272"/>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B58D2EA-2191-4216-B64D-067BDFE12375}"/>
              </a:ext>
            </a:extLst>
          </p:cNvPr>
          <p:cNvSpPr>
            <a:spLocks noGrp="1"/>
          </p:cNvSpPr>
          <p:nvPr>
            <p:ph type="dt" sz="half" idx="10"/>
          </p:nvPr>
        </p:nvSpPr>
        <p:spPr/>
        <p:txBody>
          <a:bodyPr/>
          <a:lstStyle/>
          <a:p>
            <a:fld id="{44F76144-149E-4874-93A5-554A0357CF82}" type="datetime1">
              <a:rPr lang="en-US" smtClean="0"/>
              <a:t>4/15/2026</a:t>
            </a:fld>
            <a:endParaRPr lang="en-US"/>
          </a:p>
        </p:txBody>
      </p:sp>
      <p:sp>
        <p:nvSpPr>
          <p:cNvPr id="6" name="Footer Placeholder 5">
            <a:extLst>
              <a:ext uri="{FF2B5EF4-FFF2-40B4-BE49-F238E27FC236}">
                <a16:creationId xmlns:a16="http://schemas.microsoft.com/office/drawing/2014/main" id="{78042128-DAB4-481C-BEE6-3523E8E88BAD}"/>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E50E382-C500-4A4C-A7C6-43860383AB91}"/>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12836182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E98B-EACF-4251-A8AF-0D9EDD17C664}"/>
              </a:ext>
            </a:extLst>
          </p:cNvPr>
          <p:cNvSpPr>
            <a:spLocks noGrp="1"/>
          </p:cNvSpPr>
          <p:nvPr>
            <p:ph type="title"/>
          </p:nvPr>
        </p:nvSpPr>
        <p:spPr>
          <a:xfrm>
            <a:off x="704088" y="1066800"/>
            <a:ext cx="4103431" cy="1317523"/>
          </a:xfrm>
        </p:spPr>
        <p:txBody>
          <a:bodyPr anchor="b"/>
          <a:lstStyle>
            <a:lvl1pPr>
              <a:defRPr sz="32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905F473-761A-4002-AF70-9FF878D0139E}"/>
              </a:ext>
            </a:extLst>
          </p:cNvPr>
          <p:cNvSpPr>
            <a:spLocks noGrp="1"/>
          </p:cNvSpPr>
          <p:nvPr>
            <p:ph type="pic" idx="1"/>
          </p:nvPr>
        </p:nvSpPr>
        <p:spPr>
          <a:xfrm>
            <a:off x="5183188" y="1066800"/>
            <a:ext cx="6172200" cy="47942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FA0C2E6A-F834-4540-BB00-E13CB45DC362}"/>
              </a:ext>
            </a:extLst>
          </p:cNvPr>
          <p:cNvSpPr>
            <a:spLocks noGrp="1"/>
          </p:cNvSpPr>
          <p:nvPr>
            <p:ph type="body" sz="half" idx="2"/>
          </p:nvPr>
        </p:nvSpPr>
        <p:spPr>
          <a:xfrm>
            <a:off x="704088" y="2552700"/>
            <a:ext cx="4103431" cy="33162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0C38EAB-AD63-415C-B263-BA1D8FBE3CB0}"/>
              </a:ext>
            </a:extLst>
          </p:cNvPr>
          <p:cNvSpPr>
            <a:spLocks noGrp="1"/>
          </p:cNvSpPr>
          <p:nvPr>
            <p:ph type="dt" sz="half" idx="10"/>
          </p:nvPr>
        </p:nvSpPr>
        <p:spPr/>
        <p:txBody>
          <a:bodyPr/>
          <a:lstStyle/>
          <a:p>
            <a:fld id="{50BA65D8-0540-4835-AE5C-25D29DBA01BE}" type="datetime1">
              <a:rPr lang="en-US" smtClean="0"/>
              <a:t>4/15/2026</a:t>
            </a:fld>
            <a:endParaRPr lang="en-US"/>
          </a:p>
        </p:txBody>
      </p:sp>
      <p:sp>
        <p:nvSpPr>
          <p:cNvPr id="6" name="Footer Placeholder 5">
            <a:extLst>
              <a:ext uri="{FF2B5EF4-FFF2-40B4-BE49-F238E27FC236}">
                <a16:creationId xmlns:a16="http://schemas.microsoft.com/office/drawing/2014/main" id="{422E5541-B6DE-45E8-BCFE-0DFC4F57407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DBB78D45-289B-46AF-8CB9-E6150BEA17ED}"/>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35885530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359C1-C098-4BF4-A55D-782F4E606B8A}"/>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3D343C7E-1E8B-4D38-9B81-1AA2A8978ED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8A70B00-53AE-4D3F-91BE-A8D789ED9864}"/>
              </a:ext>
            </a:extLst>
          </p:cNvPr>
          <p:cNvSpPr>
            <a:spLocks noGrp="1"/>
          </p:cNvSpPr>
          <p:nvPr>
            <p:ph type="dt" sz="half" idx="10"/>
          </p:nvPr>
        </p:nvSpPr>
        <p:spPr/>
        <p:txBody>
          <a:bodyPr/>
          <a:lstStyle/>
          <a:p>
            <a:fld id="{EC3C8B9C-477D-492A-96AD-1FC2CC997A73}" type="datetime1">
              <a:rPr lang="en-US" smtClean="0"/>
              <a:t>4/15/2026</a:t>
            </a:fld>
            <a:endParaRPr lang="en-US"/>
          </a:p>
        </p:txBody>
      </p:sp>
      <p:sp>
        <p:nvSpPr>
          <p:cNvPr id="5" name="Footer Placeholder 4">
            <a:extLst>
              <a:ext uri="{FF2B5EF4-FFF2-40B4-BE49-F238E27FC236}">
                <a16:creationId xmlns:a16="http://schemas.microsoft.com/office/drawing/2014/main" id="{06647FC7-8124-4F70-A849-B6BCC5189CC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47CEBE4-50DC-47DB-B699-CCC024336C9F}"/>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40291478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418279-D3B8-4C6A-AB74-9DE377771270}"/>
              </a:ext>
            </a:extLst>
          </p:cNvPr>
          <p:cNvSpPr>
            <a:spLocks noGrp="1"/>
          </p:cNvSpPr>
          <p:nvPr>
            <p:ph type="title" orient="vert"/>
          </p:nvPr>
        </p:nvSpPr>
        <p:spPr>
          <a:xfrm>
            <a:off x="9242322" y="997974"/>
            <a:ext cx="2349043" cy="498495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E28F733C-9309-4197-BACA-207CDC8935C9}"/>
              </a:ext>
            </a:extLst>
          </p:cNvPr>
          <p:cNvSpPr>
            <a:spLocks noGrp="1"/>
          </p:cNvSpPr>
          <p:nvPr>
            <p:ph type="body" orient="vert" idx="1"/>
          </p:nvPr>
        </p:nvSpPr>
        <p:spPr>
          <a:xfrm>
            <a:off x="768927" y="997973"/>
            <a:ext cx="8473395" cy="498495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56ACD4D0-5BE6-412D-B08B-5DFFD593513E}"/>
              </a:ext>
            </a:extLst>
          </p:cNvPr>
          <p:cNvSpPr>
            <a:spLocks noGrp="1"/>
          </p:cNvSpPr>
          <p:nvPr>
            <p:ph type="dt" sz="half" idx="10"/>
          </p:nvPr>
        </p:nvSpPr>
        <p:spPr/>
        <p:txBody>
          <a:bodyPr/>
          <a:lstStyle/>
          <a:p>
            <a:fld id="{42D3AED5-E26D-4E29-B1B3-7847B6779594}" type="datetime1">
              <a:rPr lang="en-US" smtClean="0"/>
              <a:t>4/15/2026</a:t>
            </a:fld>
            <a:endParaRPr lang="en-US"/>
          </a:p>
        </p:txBody>
      </p:sp>
      <p:sp>
        <p:nvSpPr>
          <p:cNvPr id="5" name="Footer Placeholder 4">
            <a:extLst>
              <a:ext uri="{FF2B5EF4-FFF2-40B4-BE49-F238E27FC236}">
                <a16:creationId xmlns:a16="http://schemas.microsoft.com/office/drawing/2014/main" id="{55021651-B786-4A39-A10F-F5231D0A2C5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4504D2D-9379-40DE-9F45-3004BE54F16B}"/>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8421802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A362AC-B59F-4AC7-B279-57DDD5336BCA}"/>
              </a:ext>
            </a:extLst>
          </p:cNvPr>
          <p:cNvSpPr>
            <a:spLocks noGrp="1"/>
          </p:cNvSpPr>
          <p:nvPr>
            <p:ph type="title"/>
          </p:nvPr>
        </p:nvSpPr>
        <p:spPr>
          <a:xfrm>
            <a:off x="700635" y="914400"/>
            <a:ext cx="10691265" cy="1307592"/>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0E6042DB-75BD-4EC1-B6D9-8A72EF940CAA}"/>
              </a:ext>
            </a:extLst>
          </p:cNvPr>
          <p:cNvSpPr>
            <a:spLocks noGrp="1"/>
          </p:cNvSpPr>
          <p:nvPr>
            <p:ph type="body" idx="1"/>
          </p:nvPr>
        </p:nvSpPr>
        <p:spPr>
          <a:xfrm>
            <a:off x="700635" y="2221992"/>
            <a:ext cx="10691265" cy="373989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1DD1378-7C96-4079-B44C-3D86B4657596}"/>
              </a:ext>
            </a:extLst>
          </p:cNvPr>
          <p:cNvSpPr>
            <a:spLocks noGrp="1"/>
          </p:cNvSpPr>
          <p:nvPr>
            <p:ph type="dt" sz="half" idx="2"/>
          </p:nvPr>
        </p:nvSpPr>
        <p:spPr>
          <a:xfrm>
            <a:off x="8369448" y="6356350"/>
            <a:ext cx="2549564" cy="365125"/>
          </a:xfrm>
          <a:prstGeom prst="rect">
            <a:avLst/>
          </a:prstGeom>
        </p:spPr>
        <p:txBody>
          <a:bodyPr vert="horz" lIns="91440" tIns="45720" rIns="91440" bIns="45720" rtlCol="0" anchor="ctr"/>
          <a:lstStyle>
            <a:lvl1pPr algn="r">
              <a:defRPr sz="1050">
                <a:solidFill>
                  <a:schemeClr val="tx1"/>
                </a:solidFill>
                <a:latin typeface="+mj-lt"/>
              </a:defRPr>
            </a:lvl1pPr>
          </a:lstStyle>
          <a:p>
            <a:fld id="{E31BA835-12AC-4E8F-955A-EA3F4DE2791F}" type="datetime1">
              <a:rPr lang="en-US" smtClean="0"/>
              <a:t>4/15/2026</a:t>
            </a:fld>
            <a:endParaRPr lang="en-US"/>
          </a:p>
        </p:txBody>
      </p:sp>
      <p:sp>
        <p:nvSpPr>
          <p:cNvPr id="5" name="Footer Placeholder 4">
            <a:extLst>
              <a:ext uri="{FF2B5EF4-FFF2-40B4-BE49-F238E27FC236}">
                <a16:creationId xmlns:a16="http://schemas.microsoft.com/office/drawing/2014/main" id="{D19B6B78-577F-43F5-BAEE-BF72484C9850}"/>
              </a:ext>
            </a:extLst>
          </p:cNvPr>
          <p:cNvSpPr>
            <a:spLocks noGrp="1"/>
          </p:cNvSpPr>
          <p:nvPr>
            <p:ph type="ftr" sz="quarter" idx="3"/>
          </p:nvPr>
        </p:nvSpPr>
        <p:spPr>
          <a:xfrm>
            <a:off x="704088" y="6356350"/>
            <a:ext cx="4539727" cy="365125"/>
          </a:xfrm>
          <a:prstGeom prst="rect">
            <a:avLst/>
          </a:prstGeom>
        </p:spPr>
        <p:txBody>
          <a:bodyPr vert="horz" lIns="91440" tIns="45720" rIns="91440" bIns="45720" rtlCol="0" anchor="ctr"/>
          <a:lstStyle>
            <a:lvl1pPr algn="l">
              <a:defRPr sz="1050">
                <a:solidFill>
                  <a:schemeClr val="tx1"/>
                </a:solidFill>
                <a:latin typeface="+mj-lt"/>
              </a:defRPr>
            </a:lvl1pPr>
          </a:lstStyle>
          <a:p>
            <a:endParaRPr lang="en-US" dirty="0"/>
          </a:p>
        </p:txBody>
      </p:sp>
      <p:sp>
        <p:nvSpPr>
          <p:cNvPr id="6" name="Slide Number Placeholder 5">
            <a:extLst>
              <a:ext uri="{FF2B5EF4-FFF2-40B4-BE49-F238E27FC236}">
                <a16:creationId xmlns:a16="http://schemas.microsoft.com/office/drawing/2014/main" id="{A8CC75B8-AF8F-4D8A-9B3D-D1951A64BADB}"/>
              </a:ext>
            </a:extLst>
          </p:cNvPr>
          <p:cNvSpPr>
            <a:spLocks noGrp="1"/>
          </p:cNvSpPr>
          <p:nvPr>
            <p:ph type="sldNum" sz="quarter" idx="4"/>
          </p:nvPr>
        </p:nvSpPr>
        <p:spPr>
          <a:xfrm>
            <a:off x="10919012" y="6356350"/>
            <a:ext cx="672354" cy="365125"/>
          </a:xfrm>
          <a:prstGeom prst="rect">
            <a:avLst/>
          </a:prstGeom>
        </p:spPr>
        <p:txBody>
          <a:bodyPr vert="horz" lIns="91440" tIns="45720" rIns="91440" bIns="45720" rtlCol="0" anchor="ctr"/>
          <a:lstStyle>
            <a:lvl1pPr algn="r">
              <a:defRPr sz="1800">
                <a:solidFill>
                  <a:schemeClr val="tx1"/>
                </a:solidFill>
              </a:defRPr>
            </a:lvl1pPr>
          </a:lstStyle>
          <a:p>
            <a:fld id="{87E7843D-FF13-4365-9478-9625B70A2705}" type="slidenum">
              <a:rPr lang="en-US" smtClean="0"/>
              <a:t>‹N°›</a:t>
            </a:fld>
            <a:endParaRPr lang="en-US"/>
          </a:p>
        </p:txBody>
      </p:sp>
      <p:cxnSp>
        <p:nvCxnSpPr>
          <p:cNvPr id="7" name="Straight Connector 6">
            <a:extLst>
              <a:ext uri="{FF2B5EF4-FFF2-40B4-BE49-F238E27FC236}">
                <a16:creationId xmlns:a16="http://schemas.microsoft.com/office/drawing/2014/main" id="{F64F9B95-9045-48D2-B9F3-2927E98F54AA}"/>
              </a:ext>
            </a:extLst>
          </p:cNvPr>
          <p:cNvCxnSpPr>
            <a:cxnSpLocks/>
          </p:cNvCxnSpPr>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85AA86F-6A4D-4BCB-A045-D992CDC2959B}"/>
              </a:ext>
            </a:extLst>
          </p:cNvPr>
          <p:cNvCxnSpPr>
            <a:cxnSpLocks/>
          </p:cNvCxnSpPr>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67361008"/>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08" r:id="rId6"/>
    <p:sldLayoutId id="2147483704" r:id="rId7"/>
    <p:sldLayoutId id="2147483705" r:id="rId8"/>
    <p:sldLayoutId id="2147483706" r:id="rId9"/>
    <p:sldLayoutId id="2147483707" r:id="rId10"/>
    <p:sldLayoutId id="2147483709" r:id="rId11"/>
  </p:sldLayoutIdLst>
  <p:hf sldNum="0" hdr="0" ftr="0" dt="0"/>
  <p:txStyles>
    <p:titleStyle>
      <a:lvl1pPr algn="l" defTabSz="914400" rtl="0" eaLnBrk="1" latinLnBrk="0" hangingPunct="1">
        <a:lnSpc>
          <a:spcPct val="100000"/>
        </a:lnSpc>
        <a:spcBef>
          <a:spcPct val="0"/>
        </a:spcBef>
        <a:buNone/>
        <a:defRPr sz="4000" kern="1200" cap="all" spc="30" baseline="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36" name="Rectangle 1035">
            <a:extLst>
              <a:ext uri="{FF2B5EF4-FFF2-40B4-BE49-F238E27FC236}">
                <a16:creationId xmlns:a16="http://schemas.microsoft.com/office/drawing/2014/main" id="{0EECA69B-4C2A-7F31-8019-E90DB3BD49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sto MT"/>
              <a:ea typeface="+mn-ea"/>
              <a:cs typeface="+mn-cs"/>
            </a:endParaRPr>
          </a:p>
        </p:txBody>
      </p:sp>
      <p:pic>
        <p:nvPicPr>
          <p:cNvPr id="1026" name="Picture 2" descr="Chevalier cuivré | Gouvernement du Québec">
            <a:extLst>
              <a:ext uri="{FF2B5EF4-FFF2-40B4-BE49-F238E27FC236}">
                <a16:creationId xmlns:a16="http://schemas.microsoft.com/office/drawing/2014/main" id="{0CB3B93C-FECB-E6B1-0F9A-DA4D100674A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7199" t="8899" r="8179" b="1"/>
          <a:stretch>
            <a:fillRect/>
          </a:stretch>
        </p:blipFill>
        <p:spPr bwMode="auto">
          <a:xfrm>
            <a:off x="20" y="10"/>
            <a:ext cx="12191980" cy="6857990"/>
          </a:xfrm>
          <a:prstGeom prst="rect">
            <a:avLst/>
          </a:prstGeom>
          <a:noFill/>
          <a:extLst>
            <a:ext uri="{909E8E84-426E-40DD-AFC4-6F175D3DCCD1}">
              <a14:hiddenFill xmlns:a14="http://schemas.microsoft.com/office/drawing/2010/main">
                <a:solidFill>
                  <a:srgbClr val="FFFFFF"/>
                </a:solidFill>
              </a14:hiddenFill>
            </a:ext>
          </a:extLst>
        </p:spPr>
      </p:pic>
      <p:sp>
        <p:nvSpPr>
          <p:cNvPr id="1038" name="Rectangle 1037">
            <a:extLst>
              <a:ext uri="{FF2B5EF4-FFF2-40B4-BE49-F238E27FC236}">
                <a16:creationId xmlns:a16="http://schemas.microsoft.com/office/drawing/2014/main" id="{857DEAC1-B3AA-6569-0A44-A191DF2F3C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486400"/>
            <a:ext cx="12191999" cy="1371600"/>
          </a:xfrm>
          <a:prstGeom prst="rect">
            <a:avLst/>
          </a:prstGeom>
          <a:solidFill>
            <a:schemeClr val="bg1">
              <a:alpha val="8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sto MT"/>
              <a:ea typeface="+mn-ea"/>
              <a:cs typeface="+mn-cs"/>
            </a:endParaRPr>
          </a:p>
        </p:txBody>
      </p:sp>
      <p:sp>
        <p:nvSpPr>
          <p:cNvPr id="2" name="Titre 1">
            <a:extLst>
              <a:ext uri="{FF2B5EF4-FFF2-40B4-BE49-F238E27FC236}">
                <a16:creationId xmlns:a16="http://schemas.microsoft.com/office/drawing/2014/main" id="{0CE52AE1-F528-9ADC-1794-EB43A5F9C6EB}"/>
              </a:ext>
            </a:extLst>
          </p:cNvPr>
          <p:cNvSpPr>
            <a:spLocks noGrp="1"/>
          </p:cNvSpPr>
          <p:nvPr>
            <p:ph type="ctrTitle"/>
          </p:nvPr>
        </p:nvSpPr>
        <p:spPr>
          <a:xfrm>
            <a:off x="320040" y="5715000"/>
            <a:ext cx="8027544" cy="960120"/>
          </a:xfrm>
          <a:ln>
            <a:noFill/>
          </a:ln>
        </p:spPr>
        <p:txBody>
          <a:bodyPr anchor="ctr">
            <a:normAutofit/>
          </a:bodyPr>
          <a:lstStyle/>
          <a:p>
            <a:pPr>
              <a:lnSpc>
                <a:spcPct val="90000"/>
              </a:lnSpc>
            </a:pPr>
            <a:r>
              <a:rPr lang="fr-CA" sz="3100" dirty="0"/>
              <a:t>État de la situation du chevalier cuivré </a:t>
            </a:r>
          </a:p>
        </p:txBody>
      </p:sp>
      <p:sp>
        <p:nvSpPr>
          <p:cNvPr id="6" name="ZoneTexte 5">
            <a:extLst>
              <a:ext uri="{FF2B5EF4-FFF2-40B4-BE49-F238E27FC236}">
                <a16:creationId xmlns:a16="http://schemas.microsoft.com/office/drawing/2014/main" id="{600198B9-2037-B1E5-2DF2-16A96F60CC76}"/>
              </a:ext>
            </a:extLst>
          </p:cNvPr>
          <p:cNvSpPr txBox="1"/>
          <p:nvPr/>
        </p:nvSpPr>
        <p:spPr>
          <a:xfrm>
            <a:off x="5819775" y="6672441"/>
            <a:ext cx="6372225" cy="184666"/>
          </a:xfrm>
          <a:prstGeom prst="rect">
            <a:avLst/>
          </a:prstGeom>
          <a:noFill/>
        </p:spPr>
        <p:txBody>
          <a:bodyPr wrap="square" rtlCol="0">
            <a:spAutoFit/>
          </a:bodyPr>
          <a:lstStyle/>
          <a:p>
            <a:pPr algn="r"/>
            <a:r>
              <a:rPr lang="fr-CA" sz="600" dirty="0"/>
              <a:t>https://www.quebec.ca/agriculture-environnement-et-ressources-naturelles/faune/animaux-sauvages-quebec/fiches-especes-fauniques/chevalier-cuivre</a:t>
            </a:r>
          </a:p>
        </p:txBody>
      </p:sp>
    </p:spTree>
    <p:extLst>
      <p:ext uri="{BB962C8B-B14F-4D97-AF65-F5344CB8AC3E}">
        <p14:creationId xmlns:p14="http://schemas.microsoft.com/office/powerpoint/2010/main" val="30556946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4" name="Rectangle 13">
            <a:extLst>
              <a:ext uri="{FF2B5EF4-FFF2-40B4-BE49-F238E27FC236}">
                <a16:creationId xmlns:a16="http://schemas.microsoft.com/office/drawing/2014/main" id="{33E93247-6229-44AB-A550-739E971E6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3966A9B0-B00E-6660-A54E-CFEC48403854}"/>
              </a:ext>
            </a:extLst>
          </p:cNvPr>
          <p:cNvSpPr>
            <a:spLocks noGrp="1"/>
          </p:cNvSpPr>
          <p:nvPr>
            <p:ph type="title"/>
          </p:nvPr>
        </p:nvSpPr>
        <p:spPr>
          <a:xfrm>
            <a:off x="685800" y="899024"/>
            <a:ext cx="3076032" cy="3914947"/>
          </a:xfrm>
        </p:spPr>
        <p:txBody>
          <a:bodyPr vert="horz" lIns="91440" tIns="45720" rIns="91440" bIns="45720" rtlCol="0" anchor="t">
            <a:normAutofit/>
          </a:bodyPr>
          <a:lstStyle/>
          <a:p>
            <a:r>
              <a:rPr lang="en-US" sz="3100"/>
              <a:t>Distribution géographique</a:t>
            </a:r>
          </a:p>
        </p:txBody>
      </p:sp>
      <p:cxnSp>
        <p:nvCxnSpPr>
          <p:cNvPr id="16" name="Straight Connector 15">
            <a:extLst>
              <a:ext uri="{FF2B5EF4-FFF2-40B4-BE49-F238E27FC236}">
                <a16:creationId xmlns:a16="http://schemas.microsoft.com/office/drawing/2014/main" id="{EE2E603F-4A95-4FE8-BB06-211DFD75DBE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3716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pic>
        <p:nvPicPr>
          <p:cNvPr id="5" name="Image 4">
            <a:extLst>
              <a:ext uri="{FF2B5EF4-FFF2-40B4-BE49-F238E27FC236}">
                <a16:creationId xmlns:a16="http://schemas.microsoft.com/office/drawing/2014/main" id="{65DA162E-E9CE-5AEB-BBA2-D5769AD0C527}"/>
              </a:ext>
            </a:extLst>
          </p:cNvPr>
          <p:cNvPicPr>
            <a:picLocks noChangeAspect="1"/>
          </p:cNvPicPr>
          <p:nvPr/>
        </p:nvPicPr>
        <p:blipFill>
          <a:blip r:embed="rId2"/>
          <a:stretch>
            <a:fillRect/>
          </a:stretch>
        </p:blipFill>
        <p:spPr>
          <a:xfrm>
            <a:off x="4120432" y="723901"/>
            <a:ext cx="7189635" cy="5410200"/>
          </a:xfrm>
          <a:prstGeom prst="rect">
            <a:avLst/>
          </a:prstGeom>
        </p:spPr>
      </p:pic>
      <p:sp>
        <p:nvSpPr>
          <p:cNvPr id="6" name="ZoneTexte 5">
            <a:extLst>
              <a:ext uri="{FF2B5EF4-FFF2-40B4-BE49-F238E27FC236}">
                <a16:creationId xmlns:a16="http://schemas.microsoft.com/office/drawing/2014/main" id="{124E7EEB-9B05-0948-3014-4C918A1E1AF7}"/>
              </a:ext>
            </a:extLst>
          </p:cNvPr>
          <p:cNvSpPr txBox="1"/>
          <p:nvPr/>
        </p:nvSpPr>
        <p:spPr>
          <a:xfrm>
            <a:off x="4086225" y="6142781"/>
            <a:ext cx="7305675" cy="461665"/>
          </a:xfrm>
          <a:prstGeom prst="rect">
            <a:avLst/>
          </a:prstGeom>
          <a:noFill/>
        </p:spPr>
        <p:txBody>
          <a:bodyPr wrap="square" rtlCol="0">
            <a:spAutoFit/>
          </a:bodyPr>
          <a:lstStyle/>
          <a:p>
            <a:r>
              <a:rPr lang="fr-CA" sz="1200" dirty="0"/>
              <a:t>Figure 1 : Distribution courante et historique du chevalier cuivré (</a:t>
            </a:r>
            <a:r>
              <a:rPr lang="fr-CA" sz="1200" i="1" dirty="0" err="1"/>
              <a:t>Moxostoma</a:t>
            </a:r>
            <a:r>
              <a:rPr lang="fr-CA" sz="1200" i="1" dirty="0"/>
              <a:t> </a:t>
            </a:r>
            <a:r>
              <a:rPr lang="fr-CA" sz="1200" i="1" dirty="0" err="1"/>
              <a:t>hubbsi</a:t>
            </a:r>
            <a:r>
              <a:rPr lang="fr-CA" sz="1200" dirty="0"/>
              <a:t>) au Québec, Canada ; tiré de </a:t>
            </a:r>
            <a:r>
              <a:rPr lang="fr-CA" sz="1200" dirty="0" err="1"/>
              <a:t>Bannester</a:t>
            </a:r>
            <a:r>
              <a:rPr lang="fr-CA" sz="1200" dirty="0"/>
              <a:t>-Marchand et al. (2025). </a:t>
            </a:r>
          </a:p>
        </p:txBody>
      </p:sp>
    </p:spTree>
    <p:extLst>
      <p:ext uri="{BB962C8B-B14F-4D97-AF65-F5344CB8AC3E}">
        <p14:creationId xmlns:p14="http://schemas.microsoft.com/office/powerpoint/2010/main" val="13916834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5F7DF9E-5635-E99D-49EF-F09E563F0FE1}"/>
              </a:ext>
            </a:extLst>
          </p:cNvPr>
          <p:cNvSpPr>
            <a:spLocks noGrp="1"/>
          </p:cNvSpPr>
          <p:nvPr>
            <p:ph type="title"/>
          </p:nvPr>
        </p:nvSpPr>
        <p:spPr/>
        <p:txBody>
          <a:bodyPr/>
          <a:lstStyle/>
          <a:p>
            <a:r>
              <a:rPr lang="fr-CA" dirty="0"/>
              <a:t>Traits d’histoire de vie</a:t>
            </a:r>
          </a:p>
        </p:txBody>
      </p:sp>
      <p:sp>
        <p:nvSpPr>
          <p:cNvPr id="3" name="Espace réservé du contenu 2">
            <a:extLst>
              <a:ext uri="{FF2B5EF4-FFF2-40B4-BE49-F238E27FC236}">
                <a16:creationId xmlns:a16="http://schemas.microsoft.com/office/drawing/2014/main" id="{08F967FB-148E-F4FA-95FA-17BCCB19C653}"/>
              </a:ext>
            </a:extLst>
          </p:cNvPr>
          <p:cNvSpPr>
            <a:spLocks noGrp="1"/>
          </p:cNvSpPr>
          <p:nvPr>
            <p:ph idx="1"/>
          </p:nvPr>
        </p:nvSpPr>
        <p:spPr/>
        <p:txBody>
          <a:bodyPr/>
          <a:lstStyle/>
          <a:p>
            <a:pPr>
              <a:lnSpc>
                <a:spcPct val="200000"/>
              </a:lnSpc>
            </a:pPr>
            <a:r>
              <a:rPr lang="fr-CA" dirty="0"/>
              <a:t>Maturité sexuelle à 10 ans</a:t>
            </a:r>
          </a:p>
          <a:p>
            <a:pPr>
              <a:lnSpc>
                <a:spcPct val="200000"/>
              </a:lnSpc>
            </a:pPr>
            <a:r>
              <a:rPr lang="fr-CA" dirty="0"/>
              <a:t>Espérance de vie &gt;30 ans</a:t>
            </a:r>
          </a:p>
          <a:p>
            <a:pPr>
              <a:lnSpc>
                <a:spcPct val="200000"/>
              </a:lnSpc>
            </a:pPr>
            <a:r>
              <a:rPr lang="fr-CA" dirty="0"/>
              <a:t>Produit plus d’œufs par kg de tous chevaliers</a:t>
            </a:r>
          </a:p>
          <a:p>
            <a:pPr>
              <a:lnSpc>
                <a:spcPct val="200000"/>
              </a:lnSpc>
            </a:pPr>
            <a:r>
              <a:rPr lang="fr-CA" dirty="0"/>
              <a:t>2 sites de fraie connus</a:t>
            </a:r>
          </a:p>
        </p:txBody>
      </p:sp>
      <p:sp>
        <p:nvSpPr>
          <p:cNvPr id="4" name="ZoneTexte 3">
            <a:extLst>
              <a:ext uri="{FF2B5EF4-FFF2-40B4-BE49-F238E27FC236}">
                <a16:creationId xmlns:a16="http://schemas.microsoft.com/office/drawing/2014/main" id="{3C84EBBA-709C-4ACC-BEB0-09511221D222}"/>
              </a:ext>
            </a:extLst>
          </p:cNvPr>
          <p:cNvSpPr txBox="1"/>
          <p:nvPr/>
        </p:nvSpPr>
        <p:spPr>
          <a:xfrm>
            <a:off x="8814840" y="5684889"/>
            <a:ext cx="2676525" cy="276999"/>
          </a:xfrm>
          <a:prstGeom prst="rect">
            <a:avLst/>
          </a:prstGeom>
          <a:noFill/>
        </p:spPr>
        <p:txBody>
          <a:bodyPr wrap="square" rtlCol="0">
            <a:spAutoFit/>
          </a:bodyPr>
          <a:lstStyle/>
          <a:p>
            <a:pPr algn="r"/>
            <a:r>
              <a:rPr lang="fr-CA" sz="1200" dirty="0"/>
              <a:t>(</a:t>
            </a:r>
            <a:r>
              <a:rPr lang="fr-CA" sz="1200" dirty="0" err="1"/>
              <a:t>Mongeau</a:t>
            </a:r>
            <a:r>
              <a:rPr lang="fr-CA" sz="1200" dirty="0"/>
              <a:t> et al., 1992)</a:t>
            </a:r>
          </a:p>
        </p:txBody>
      </p:sp>
    </p:spTree>
    <p:extLst>
      <p:ext uri="{BB962C8B-B14F-4D97-AF65-F5344CB8AC3E}">
        <p14:creationId xmlns:p14="http://schemas.microsoft.com/office/powerpoint/2010/main" val="23502815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9FA08C0-86C6-2EC3-99EB-1F5428E7314C}"/>
              </a:ext>
            </a:extLst>
          </p:cNvPr>
          <p:cNvSpPr>
            <a:spLocks noGrp="1"/>
          </p:cNvSpPr>
          <p:nvPr>
            <p:ph type="title"/>
          </p:nvPr>
        </p:nvSpPr>
        <p:spPr/>
        <p:txBody>
          <a:bodyPr/>
          <a:lstStyle/>
          <a:p>
            <a:r>
              <a:rPr lang="fr-CA" dirty="0"/>
              <a:t>État Légal</a:t>
            </a:r>
          </a:p>
        </p:txBody>
      </p:sp>
      <p:sp>
        <p:nvSpPr>
          <p:cNvPr id="3" name="Espace réservé du contenu 2">
            <a:extLst>
              <a:ext uri="{FF2B5EF4-FFF2-40B4-BE49-F238E27FC236}">
                <a16:creationId xmlns:a16="http://schemas.microsoft.com/office/drawing/2014/main" id="{7BB24C08-EB63-95EB-768C-99638678B5F8}"/>
              </a:ext>
            </a:extLst>
          </p:cNvPr>
          <p:cNvSpPr>
            <a:spLocks noGrp="1"/>
          </p:cNvSpPr>
          <p:nvPr>
            <p:ph idx="1"/>
          </p:nvPr>
        </p:nvSpPr>
        <p:spPr/>
        <p:txBody>
          <a:bodyPr/>
          <a:lstStyle/>
          <a:p>
            <a:pPr>
              <a:lnSpc>
                <a:spcPct val="200000"/>
              </a:lnSpc>
            </a:pPr>
            <a:r>
              <a:rPr lang="fr-CA"/>
              <a:t>Menacée (Québec) (</a:t>
            </a:r>
            <a:r>
              <a:rPr lang="fr-CA" i="1"/>
              <a:t>Chevalier cuivré</a:t>
            </a:r>
            <a:r>
              <a:rPr lang="fr-CA"/>
              <a:t>, s. d.)</a:t>
            </a:r>
          </a:p>
          <a:p>
            <a:pPr>
              <a:lnSpc>
                <a:spcPct val="200000"/>
              </a:lnSpc>
            </a:pPr>
            <a:r>
              <a:rPr lang="fr-CA"/>
              <a:t>En voie de disparition (Canada) (COSEPAC, 2014)</a:t>
            </a:r>
          </a:p>
          <a:p>
            <a:pPr>
              <a:lnSpc>
                <a:spcPct val="200000"/>
              </a:lnSpc>
            </a:pPr>
            <a:r>
              <a:rPr lang="fr-CA"/>
              <a:t>Menacée (IUCN) (NatureServe, 2014)</a:t>
            </a:r>
            <a:endParaRPr lang="fr-CA" dirty="0"/>
          </a:p>
        </p:txBody>
      </p:sp>
      <p:pic>
        <p:nvPicPr>
          <p:cNvPr id="7" name="Image 6">
            <a:extLst>
              <a:ext uri="{FF2B5EF4-FFF2-40B4-BE49-F238E27FC236}">
                <a16:creationId xmlns:a16="http://schemas.microsoft.com/office/drawing/2014/main" id="{AF1EF429-633A-7988-D1D5-91EBC3583ADA}"/>
              </a:ext>
            </a:extLst>
          </p:cNvPr>
          <p:cNvPicPr>
            <a:picLocks noChangeAspect="1"/>
          </p:cNvPicPr>
          <p:nvPr/>
        </p:nvPicPr>
        <p:blipFill>
          <a:blip r:embed="rId2"/>
          <a:srcRect l="5370" t="8415" r="8116" b="4567"/>
          <a:stretch>
            <a:fillRect/>
          </a:stretch>
        </p:blipFill>
        <p:spPr>
          <a:xfrm>
            <a:off x="7529208" y="1999034"/>
            <a:ext cx="2859932" cy="2859932"/>
          </a:xfrm>
          <a:prstGeom prst="rect">
            <a:avLst/>
          </a:prstGeom>
        </p:spPr>
      </p:pic>
    </p:spTree>
    <p:extLst>
      <p:ext uri="{BB962C8B-B14F-4D97-AF65-F5344CB8AC3E}">
        <p14:creationId xmlns:p14="http://schemas.microsoft.com/office/powerpoint/2010/main" val="23255275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7C3E5AF-0986-10C7-5B5A-31AFD32351E0}"/>
              </a:ext>
            </a:extLst>
          </p:cNvPr>
          <p:cNvSpPr>
            <a:spLocks noGrp="1"/>
          </p:cNvSpPr>
          <p:nvPr>
            <p:ph type="title"/>
          </p:nvPr>
        </p:nvSpPr>
        <p:spPr/>
        <p:txBody>
          <a:bodyPr/>
          <a:lstStyle/>
          <a:p>
            <a:r>
              <a:rPr lang="fr-CA" dirty="0"/>
              <a:t>Menaces</a:t>
            </a:r>
          </a:p>
        </p:txBody>
      </p:sp>
      <p:sp>
        <p:nvSpPr>
          <p:cNvPr id="3" name="Espace réservé du contenu 2">
            <a:extLst>
              <a:ext uri="{FF2B5EF4-FFF2-40B4-BE49-F238E27FC236}">
                <a16:creationId xmlns:a16="http://schemas.microsoft.com/office/drawing/2014/main" id="{F6627DAA-C04C-19E3-39BE-69C18BACE455}"/>
              </a:ext>
            </a:extLst>
          </p:cNvPr>
          <p:cNvSpPr>
            <a:spLocks noGrp="1"/>
          </p:cNvSpPr>
          <p:nvPr>
            <p:ph idx="1"/>
          </p:nvPr>
        </p:nvSpPr>
        <p:spPr/>
        <p:txBody>
          <a:bodyPr/>
          <a:lstStyle/>
          <a:p>
            <a:pPr>
              <a:lnSpc>
                <a:spcPct val="200000"/>
              </a:lnSpc>
            </a:pPr>
            <a:r>
              <a:rPr lang="fr-CA" dirty="0"/>
              <a:t>Fragmentation de l’habitat</a:t>
            </a:r>
          </a:p>
          <a:p>
            <a:pPr>
              <a:lnSpc>
                <a:spcPct val="200000"/>
              </a:lnSpc>
            </a:pPr>
            <a:r>
              <a:rPr lang="fr-CA" dirty="0"/>
              <a:t>Pollution</a:t>
            </a:r>
          </a:p>
          <a:p>
            <a:pPr>
              <a:lnSpc>
                <a:spcPct val="200000"/>
              </a:lnSpc>
            </a:pPr>
            <a:r>
              <a:rPr lang="fr-CA" dirty="0"/>
              <a:t>Espèces envahissantes (Tanche et Gobie à taches noires) </a:t>
            </a:r>
          </a:p>
          <a:p>
            <a:pPr>
              <a:lnSpc>
                <a:spcPct val="200000"/>
              </a:lnSpc>
            </a:pPr>
            <a:r>
              <a:rPr lang="fr-CA" dirty="0"/>
              <a:t>Changements climatiques</a:t>
            </a:r>
          </a:p>
          <a:p>
            <a:pPr>
              <a:lnSpc>
                <a:spcPct val="200000"/>
              </a:lnSpc>
            </a:pPr>
            <a:endParaRPr lang="fr-CA" dirty="0"/>
          </a:p>
        </p:txBody>
      </p:sp>
      <p:sp>
        <p:nvSpPr>
          <p:cNvPr id="4" name="ZoneTexte 3">
            <a:extLst>
              <a:ext uri="{FF2B5EF4-FFF2-40B4-BE49-F238E27FC236}">
                <a16:creationId xmlns:a16="http://schemas.microsoft.com/office/drawing/2014/main" id="{33A4A1E8-3978-9829-02B8-61A4FC6F24CA}"/>
              </a:ext>
            </a:extLst>
          </p:cNvPr>
          <p:cNvSpPr txBox="1"/>
          <p:nvPr/>
        </p:nvSpPr>
        <p:spPr>
          <a:xfrm>
            <a:off x="8357640" y="5666601"/>
            <a:ext cx="3133725" cy="276999"/>
          </a:xfrm>
          <a:prstGeom prst="rect">
            <a:avLst/>
          </a:prstGeom>
          <a:noFill/>
        </p:spPr>
        <p:txBody>
          <a:bodyPr wrap="square" rtlCol="0">
            <a:spAutoFit/>
          </a:bodyPr>
          <a:lstStyle/>
          <a:p>
            <a:pPr algn="r"/>
            <a:r>
              <a:rPr lang="fr-CA" sz="1200" dirty="0"/>
              <a:t>(COSEPAC, 2014)</a:t>
            </a:r>
          </a:p>
        </p:txBody>
      </p:sp>
    </p:spTree>
    <p:extLst>
      <p:ext uri="{BB962C8B-B14F-4D97-AF65-F5344CB8AC3E}">
        <p14:creationId xmlns:p14="http://schemas.microsoft.com/office/powerpoint/2010/main" val="15995200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EE04216-6D2E-A2C1-A5AA-428D85FBE4CC}"/>
              </a:ext>
            </a:extLst>
          </p:cNvPr>
          <p:cNvSpPr>
            <a:spLocks noGrp="1"/>
          </p:cNvSpPr>
          <p:nvPr>
            <p:ph type="title"/>
          </p:nvPr>
        </p:nvSpPr>
        <p:spPr/>
        <p:txBody>
          <a:bodyPr/>
          <a:lstStyle/>
          <a:p>
            <a:r>
              <a:rPr lang="fr-CA" dirty="0"/>
              <a:t>Mesures établies</a:t>
            </a:r>
          </a:p>
        </p:txBody>
      </p:sp>
      <p:sp>
        <p:nvSpPr>
          <p:cNvPr id="3" name="Espace réservé du contenu 2">
            <a:extLst>
              <a:ext uri="{FF2B5EF4-FFF2-40B4-BE49-F238E27FC236}">
                <a16:creationId xmlns:a16="http://schemas.microsoft.com/office/drawing/2014/main" id="{A014C97A-8C97-1B8C-F372-DA9FF8D7DB66}"/>
              </a:ext>
            </a:extLst>
          </p:cNvPr>
          <p:cNvSpPr>
            <a:spLocks noGrp="1"/>
          </p:cNvSpPr>
          <p:nvPr>
            <p:ph idx="1"/>
          </p:nvPr>
        </p:nvSpPr>
        <p:spPr/>
        <p:txBody>
          <a:bodyPr/>
          <a:lstStyle/>
          <a:p>
            <a:pPr>
              <a:lnSpc>
                <a:spcPct val="200000"/>
              </a:lnSpc>
            </a:pPr>
            <a:r>
              <a:rPr lang="fr-CA" dirty="0"/>
              <a:t>Passe à poisson au Canal Saint-Ours</a:t>
            </a:r>
          </a:p>
          <a:p>
            <a:pPr>
              <a:lnSpc>
                <a:spcPct val="200000"/>
              </a:lnSpc>
            </a:pPr>
            <a:r>
              <a:rPr lang="fr-CA" dirty="0"/>
              <a:t>Protection du site de fraie de Chambly</a:t>
            </a:r>
          </a:p>
          <a:p>
            <a:pPr>
              <a:lnSpc>
                <a:spcPct val="200000"/>
              </a:lnSpc>
            </a:pPr>
            <a:r>
              <a:rPr lang="fr-CA" dirty="0"/>
              <a:t>Changement à la loi sur la pêche</a:t>
            </a:r>
          </a:p>
          <a:p>
            <a:pPr>
              <a:lnSpc>
                <a:spcPct val="200000"/>
              </a:lnSpc>
            </a:pPr>
            <a:r>
              <a:rPr lang="fr-CA" dirty="0"/>
              <a:t>Reproduction assistée</a:t>
            </a:r>
          </a:p>
        </p:txBody>
      </p:sp>
      <p:sp>
        <p:nvSpPr>
          <p:cNvPr id="4" name="ZoneTexte 3">
            <a:extLst>
              <a:ext uri="{FF2B5EF4-FFF2-40B4-BE49-F238E27FC236}">
                <a16:creationId xmlns:a16="http://schemas.microsoft.com/office/drawing/2014/main" id="{8087E245-C941-CE6D-30E8-F3BF687A91FC}"/>
              </a:ext>
            </a:extLst>
          </p:cNvPr>
          <p:cNvSpPr txBox="1"/>
          <p:nvPr/>
        </p:nvSpPr>
        <p:spPr>
          <a:xfrm>
            <a:off x="7748040" y="5666601"/>
            <a:ext cx="3743325" cy="276999"/>
          </a:xfrm>
          <a:prstGeom prst="rect">
            <a:avLst/>
          </a:prstGeom>
          <a:noFill/>
        </p:spPr>
        <p:txBody>
          <a:bodyPr wrap="square" rtlCol="0">
            <a:spAutoFit/>
          </a:bodyPr>
          <a:lstStyle/>
          <a:p>
            <a:pPr algn="r"/>
            <a:r>
              <a:rPr lang="fr-CA" sz="1200" dirty="0"/>
              <a:t>( COSEPAC, 2014 ;Vachon, 2010) </a:t>
            </a:r>
          </a:p>
        </p:txBody>
      </p:sp>
    </p:spTree>
    <p:extLst>
      <p:ext uri="{BB962C8B-B14F-4D97-AF65-F5344CB8AC3E}">
        <p14:creationId xmlns:p14="http://schemas.microsoft.com/office/powerpoint/2010/main" val="1683285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1" name="Rectangle 10">
            <a:extLst>
              <a:ext uri="{FF2B5EF4-FFF2-40B4-BE49-F238E27FC236}">
                <a16:creationId xmlns:a16="http://schemas.microsoft.com/office/drawing/2014/main" id="{DEF92653-5D6D-47E6-8744-0DAF76E049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F6B467CA-0C42-6E0A-98D0-B6F643A87434}"/>
              </a:ext>
            </a:extLst>
          </p:cNvPr>
          <p:cNvSpPr>
            <a:spLocks noGrp="1"/>
          </p:cNvSpPr>
          <p:nvPr>
            <p:ph type="title"/>
          </p:nvPr>
        </p:nvSpPr>
        <p:spPr>
          <a:xfrm>
            <a:off x="800102" y="960594"/>
            <a:ext cx="5828114" cy="4936812"/>
          </a:xfrm>
        </p:spPr>
        <p:txBody>
          <a:bodyPr vert="horz" lIns="91440" tIns="45720" rIns="91440" bIns="45720" rtlCol="0" anchor="ctr">
            <a:normAutofit/>
          </a:bodyPr>
          <a:lstStyle/>
          <a:p>
            <a:pPr algn="r"/>
            <a:r>
              <a:rPr lang="en-US" sz="6000"/>
              <a:t>Qu’indique les prédictions pour les </a:t>
            </a:r>
            <a:br>
              <a:rPr lang="en-US" sz="6000"/>
            </a:br>
            <a:r>
              <a:rPr lang="en-US" sz="6000"/>
              <a:t>100 prochaines années?</a:t>
            </a:r>
          </a:p>
        </p:txBody>
      </p:sp>
      <p:cxnSp>
        <p:nvCxnSpPr>
          <p:cNvPr id="13" name="Straight Connector 12">
            <a:extLst>
              <a:ext uri="{FF2B5EF4-FFF2-40B4-BE49-F238E27FC236}">
                <a16:creationId xmlns:a16="http://schemas.microsoft.com/office/drawing/2014/main" id="{9CA98CE3-81A7-4FFE-A047-9AA65998D87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315200" y="1733549"/>
            <a:ext cx="0" cy="3390901"/>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933482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F68B2C62-7648-4430-90D5-AE0F252AF1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0A9A72B5-C255-D953-264E-8350AB3C15D2}"/>
              </a:ext>
            </a:extLst>
          </p:cNvPr>
          <p:cNvSpPr>
            <a:spLocks noGrp="1"/>
          </p:cNvSpPr>
          <p:nvPr>
            <p:ph type="title"/>
          </p:nvPr>
        </p:nvSpPr>
        <p:spPr>
          <a:xfrm>
            <a:off x="700087" y="909638"/>
            <a:ext cx="10691813" cy="1155618"/>
          </a:xfrm>
        </p:spPr>
        <p:txBody>
          <a:bodyPr>
            <a:normAutofit/>
          </a:bodyPr>
          <a:lstStyle/>
          <a:p>
            <a:r>
              <a:rPr lang="fr-CA" dirty="0"/>
              <a:t>Méthode</a:t>
            </a:r>
          </a:p>
        </p:txBody>
      </p:sp>
      <p:cxnSp>
        <p:nvCxnSpPr>
          <p:cNvPr id="16" name="Straight Connector 10">
            <a:extLst>
              <a:ext uri="{FF2B5EF4-FFF2-40B4-BE49-F238E27FC236}">
                <a16:creationId xmlns:a16="http://schemas.microsoft.com/office/drawing/2014/main" id="{AAD0195E-7F27-4D06-9427-0C121D721A1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2">
            <a:extLst>
              <a:ext uri="{FF2B5EF4-FFF2-40B4-BE49-F238E27FC236}">
                <a16:creationId xmlns:a16="http://schemas.microsoft.com/office/drawing/2014/main" id="{9D74C2FC-3228-4FC1-B97B-87AD35508D9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aphicFrame>
        <p:nvGraphicFramePr>
          <p:cNvPr id="18" name="Espace réservé du contenu 2">
            <a:extLst>
              <a:ext uri="{FF2B5EF4-FFF2-40B4-BE49-F238E27FC236}">
                <a16:creationId xmlns:a16="http://schemas.microsoft.com/office/drawing/2014/main" id="{9D7866D5-6B49-9FA4-11A1-2FCBB87311CC}"/>
              </a:ext>
            </a:extLst>
          </p:cNvPr>
          <p:cNvGraphicFramePr>
            <a:graphicFrameLocks noGrp="1"/>
          </p:cNvGraphicFramePr>
          <p:nvPr>
            <p:ph idx="1"/>
            <p:extLst>
              <p:ext uri="{D42A27DB-BD31-4B8C-83A1-F6EECF244321}">
                <p14:modId xmlns:p14="http://schemas.microsoft.com/office/powerpoint/2010/main" val="2047677685"/>
              </p:ext>
            </p:extLst>
          </p:nvPr>
        </p:nvGraphicFramePr>
        <p:xfrm>
          <a:off x="700088" y="2222500"/>
          <a:ext cx="10691812" cy="37401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8539381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E49D7415-2F11-44C2-B6AA-13A25B681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DF3B35E5-60C7-1A5E-189B-80DD3CF8C49C}"/>
              </a:ext>
            </a:extLst>
          </p:cNvPr>
          <p:cNvSpPr>
            <a:spLocks noGrp="1"/>
          </p:cNvSpPr>
          <p:nvPr>
            <p:ph type="title"/>
          </p:nvPr>
        </p:nvSpPr>
        <p:spPr>
          <a:xfrm>
            <a:off x="704088" y="914400"/>
            <a:ext cx="6001512" cy="1307592"/>
          </a:xfrm>
        </p:spPr>
        <p:txBody>
          <a:bodyPr>
            <a:normAutofit/>
          </a:bodyPr>
          <a:lstStyle/>
          <a:p>
            <a:r>
              <a:rPr lang="fr-CA" dirty="0"/>
              <a:t>Données </a:t>
            </a:r>
          </a:p>
        </p:txBody>
      </p:sp>
      <p:cxnSp>
        <p:nvCxnSpPr>
          <p:cNvPr id="17" name="Straight Connector 16">
            <a:extLst>
              <a:ext uri="{FF2B5EF4-FFF2-40B4-BE49-F238E27FC236}">
                <a16:creationId xmlns:a16="http://schemas.microsoft.com/office/drawing/2014/main" id="{4583FD9E-C5A7-96F7-951D-7D292013CD5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4672" y="722376"/>
            <a:ext cx="16383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sp>
        <p:nvSpPr>
          <p:cNvPr id="3" name="Espace réservé du contenu 2">
            <a:extLst>
              <a:ext uri="{FF2B5EF4-FFF2-40B4-BE49-F238E27FC236}">
                <a16:creationId xmlns:a16="http://schemas.microsoft.com/office/drawing/2014/main" id="{948D2D04-6AA7-999B-92B0-8A9D5A8E52BD}"/>
              </a:ext>
            </a:extLst>
          </p:cNvPr>
          <p:cNvSpPr>
            <a:spLocks noGrp="1"/>
          </p:cNvSpPr>
          <p:nvPr>
            <p:ph idx="1"/>
          </p:nvPr>
        </p:nvSpPr>
        <p:spPr>
          <a:xfrm>
            <a:off x="704088" y="2231136"/>
            <a:ext cx="6001512" cy="3931920"/>
          </a:xfrm>
        </p:spPr>
        <p:txBody>
          <a:bodyPr>
            <a:normAutofit/>
          </a:bodyPr>
          <a:lstStyle/>
          <a:p>
            <a:r>
              <a:rPr lang="fr-CA" dirty="0"/>
              <a:t>Adultes : Étude avec tailles et fécondités (</a:t>
            </a:r>
            <a:r>
              <a:rPr lang="fr-CA" dirty="0" err="1"/>
              <a:t>Mongeau</a:t>
            </a:r>
            <a:r>
              <a:rPr lang="fr-CA" dirty="0"/>
              <a:t> et al., 1986 ; </a:t>
            </a:r>
            <a:r>
              <a:rPr lang="fr-CA" dirty="0" err="1"/>
              <a:t>Mongeau</a:t>
            </a:r>
            <a:r>
              <a:rPr lang="fr-CA" dirty="0"/>
              <a:t> et al., 1992)</a:t>
            </a:r>
          </a:p>
          <a:p>
            <a:r>
              <a:rPr lang="fr-CA" dirty="0"/>
              <a:t>Subadultes : Proviennent des chevaliers élevés en captivité (Vachon 2020, 2021b,c)</a:t>
            </a:r>
          </a:p>
          <a:p>
            <a:pPr lvl="1"/>
            <a:endParaRPr lang="fr-CA" dirty="0"/>
          </a:p>
          <a:p>
            <a:pPr lvl="1"/>
            <a:endParaRPr lang="fr-CA" dirty="0"/>
          </a:p>
          <a:p>
            <a:r>
              <a:rPr lang="fr-CA" dirty="0"/>
              <a:t>Résultat : 3 Matrice de Leslie</a:t>
            </a:r>
          </a:p>
          <a:p>
            <a:pPr lvl="1"/>
            <a:r>
              <a:rPr lang="fr-CA" dirty="0"/>
              <a:t>Mesurée (</a:t>
            </a:r>
            <a:r>
              <a:rPr lang="el-GR" dirty="0"/>
              <a:t>λ </a:t>
            </a:r>
            <a:r>
              <a:rPr lang="fr-CA" dirty="0"/>
              <a:t>= 0.957)</a:t>
            </a:r>
          </a:p>
          <a:p>
            <a:pPr lvl="1"/>
            <a:r>
              <a:rPr lang="fr-CA" dirty="0"/>
              <a:t>Menacée (</a:t>
            </a:r>
            <a:r>
              <a:rPr lang="el-GR" dirty="0"/>
              <a:t>λ </a:t>
            </a:r>
            <a:r>
              <a:rPr lang="fr-CA" dirty="0"/>
              <a:t>= 0.984)</a:t>
            </a:r>
          </a:p>
          <a:p>
            <a:pPr lvl="1"/>
            <a:r>
              <a:rPr lang="fr-CA" dirty="0"/>
              <a:t>Nulle (</a:t>
            </a:r>
            <a:r>
              <a:rPr lang="el-GR" dirty="0"/>
              <a:t>λ </a:t>
            </a:r>
            <a:r>
              <a:rPr lang="fr-CA" dirty="0"/>
              <a:t>= 1)</a:t>
            </a:r>
          </a:p>
        </p:txBody>
      </p:sp>
      <p:pic>
        <p:nvPicPr>
          <p:cNvPr id="5" name="Image 4">
            <a:extLst>
              <a:ext uri="{FF2B5EF4-FFF2-40B4-BE49-F238E27FC236}">
                <a16:creationId xmlns:a16="http://schemas.microsoft.com/office/drawing/2014/main" id="{F5E6D3CC-F1EF-27B3-F856-FF38AC72410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47842" y="722376"/>
            <a:ext cx="3001916" cy="5772917"/>
          </a:xfrm>
          <a:prstGeom prst="rect">
            <a:avLst/>
          </a:prstGeom>
        </p:spPr>
      </p:pic>
      <p:sp>
        <p:nvSpPr>
          <p:cNvPr id="6" name="ZoneTexte 5">
            <a:extLst>
              <a:ext uri="{FF2B5EF4-FFF2-40B4-BE49-F238E27FC236}">
                <a16:creationId xmlns:a16="http://schemas.microsoft.com/office/drawing/2014/main" id="{6375CB8C-208E-349E-7561-A0A695BD91BD}"/>
              </a:ext>
            </a:extLst>
          </p:cNvPr>
          <p:cNvSpPr txBox="1"/>
          <p:nvPr/>
        </p:nvSpPr>
        <p:spPr>
          <a:xfrm>
            <a:off x="7617523" y="130356"/>
            <a:ext cx="3662553" cy="461665"/>
          </a:xfrm>
          <a:prstGeom prst="rect">
            <a:avLst/>
          </a:prstGeom>
          <a:noFill/>
        </p:spPr>
        <p:txBody>
          <a:bodyPr wrap="square" rtlCol="0">
            <a:spAutoFit/>
          </a:bodyPr>
          <a:lstStyle/>
          <a:p>
            <a:r>
              <a:rPr lang="fr-CA" sz="1200" dirty="0"/>
              <a:t>Tableau 1 : Valeurs de la matrice de Leslie mesurées. Tiré de </a:t>
            </a:r>
            <a:r>
              <a:rPr lang="fr-CA" sz="1200" dirty="0" err="1"/>
              <a:t>Bannester</a:t>
            </a:r>
            <a:r>
              <a:rPr lang="fr-CA" sz="1200" dirty="0"/>
              <a:t>-Marchand et al. (2025). </a:t>
            </a:r>
          </a:p>
        </p:txBody>
      </p:sp>
    </p:spTree>
    <p:extLst>
      <p:ext uri="{BB962C8B-B14F-4D97-AF65-F5344CB8AC3E}">
        <p14:creationId xmlns:p14="http://schemas.microsoft.com/office/powerpoint/2010/main" val="19868040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FF627C6-6D47-1F1B-D2BE-90211DF917C7}"/>
              </a:ext>
            </a:extLst>
          </p:cNvPr>
          <p:cNvSpPr>
            <a:spLocks noGrp="1"/>
          </p:cNvSpPr>
          <p:nvPr>
            <p:ph type="title"/>
          </p:nvPr>
        </p:nvSpPr>
        <p:spPr/>
        <p:txBody>
          <a:bodyPr/>
          <a:lstStyle/>
          <a:p>
            <a:r>
              <a:rPr lang="fr-CA" dirty="0"/>
              <a:t>Résultats</a:t>
            </a:r>
          </a:p>
        </p:txBody>
      </p:sp>
      <p:pic>
        <p:nvPicPr>
          <p:cNvPr id="7" name="Image 6">
            <a:extLst>
              <a:ext uri="{FF2B5EF4-FFF2-40B4-BE49-F238E27FC236}">
                <a16:creationId xmlns:a16="http://schemas.microsoft.com/office/drawing/2014/main" id="{E414B00F-B7F2-AE14-2AD2-468F405D93D9}"/>
              </a:ext>
            </a:extLst>
          </p:cNvPr>
          <p:cNvPicPr>
            <a:picLocks noChangeAspect="1"/>
          </p:cNvPicPr>
          <p:nvPr/>
        </p:nvPicPr>
        <p:blipFill>
          <a:blip r:embed="rId2"/>
          <a:stretch>
            <a:fillRect/>
          </a:stretch>
        </p:blipFill>
        <p:spPr>
          <a:xfrm>
            <a:off x="5060418" y="908962"/>
            <a:ext cx="2857897" cy="5034637"/>
          </a:xfrm>
          <a:prstGeom prst="rect">
            <a:avLst/>
          </a:prstGeom>
        </p:spPr>
      </p:pic>
      <p:pic>
        <p:nvPicPr>
          <p:cNvPr id="11" name="Image 10">
            <a:extLst>
              <a:ext uri="{FF2B5EF4-FFF2-40B4-BE49-F238E27FC236}">
                <a16:creationId xmlns:a16="http://schemas.microsoft.com/office/drawing/2014/main" id="{D1417A4E-6B8F-61D8-4975-C6885ADDFC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39913" y="908962"/>
            <a:ext cx="2769050" cy="5034637"/>
          </a:xfrm>
          <a:prstGeom prst="rect">
            <a:avLst/>
          </a:prstGeom>
        </p:spPr>
      </p:pic>
      <p:sp>
        <p:nvSpPr>
          <p:cNvPr id="12" name="ZoneTexte 11">
            <a:extLst>
              <a:ext uri="{FF2B5EF4-FFF2-40B4-BE49-F238E27FC236}">
                <a16:creationId xmlns:a16="http://schemas.microsoft.com/office/drawing/2014/main" id="{3A09E5BF-F72A-1A2E-E135-EC770726F1C8}"/>
              </a:ext>
            </a:extLst>
          </p:cNvPr>
          <p:cNvSpPr txBox="1"/>
          <p:nvPr/>
        </p:nvSpPr>
        <p:spPr>
          <a:xfrm>
            <a:off x="800100" y="1902786"/>
            <a:ext cx="3677381" cy="3046988"/>
          </a:xfrm>
          <a:prstGeom prst="rect">
            <a:avLst/>
          </a:prstGeom>
          <a:noFill/>
        </p:spPr>
        <p:txBody>
          <a:bodyPr wrap="square" rtlCol="0">
            <a:spAutoFit/>
          </a:bodyPr>
          <a:lstStyle/>
          <a:p>
            <a:pPr algn="just"/>
            <a:r>
              <a:rPr lang="fr-CA" sz="1600" noProof="0" dirty="0"/>
              <a:t>Figure 2 : À gauche, résultats de l’étude de </a:t>
            </a:r>
            <a:r>
              <a:rPr lang="fr-CA" sz="1600" noProof="0" dirty="0" err="1"/>
              <a:t>Bannester</a:t>
            </a:r>
            <a:r>
              <a:rPr lang="fr-CA" sz="1600" noProof="0" dirty="0"/>
              <a:t>-Marchand et al. (2025), à droite, résultats de notre analyse. Est représenté : Abondance médiane de chevaliers cuivrés, basées sur 5000 itérations stochastiques pour les scénarios (a) nulle, (b) menace, (c) mesurée de notre modèle dynamique. Les enveloppes colorées représentent les intervalles de confiance à 95% ; les lignes pleines les abondances médianes d’individus matures</a:t>
            </a:r>
          </a:p>
        </p:txBody>
      </p:sp>
    </p:spTree>
    <p:extLst>
      <p:ext uri="{BB962C8B-B14F-4D97-AF65-F5344CB8AC3E}">
        <p14:creationId xmlns:p14="http://schemas.microsoft.com/office/powerpoint/2010/main" val="4446770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00D4D-B5FB-0E8C-F409-EE2FA4E17B92}"/>
            </a:ext>
          </a:extLst>
        </p:cNvPr>
        <p:cNvGrpSpPr/>
        <p:nvPr/>
      </p:nvGrpSpPr>
      <p:grpSpPr>
        <a:xfrm>
          <a:off x="0" y="0"/>
          <a:ext cx="0" cy="0"/>
          <a:chOff x="0" y="0"/>
          <a:chExt cx="0" cy="0"/>
        </a:xfrm>
      </p:grpSpPr>
      <p:sp>
        <p:nvSpPr>
          <p:cNvPr id="12" name="ZoneTexte 11">
            <a:extLst>
              <a:ext uri="{FF2B5EF4-FFF2-40B4-BE49-F238E27FC236}">
                <a16:creationId xmlns:a16="http://schemas.microsoft.com/office/drawing/2014/main" id="{1E7DC136-65ED-D17F-5DEC-2F90924CF09D}"/>
              </a:ext>
            </a:extLst>
          </p:cNvPr>
          <p:cNvSpPr txBox="1"/>
          <p:nvPr/>
        </p:nvSpPr>
        <p:spPr>
          <a:xfrm>
            <a:off x="1295400" y="4936931"/>
            <a:ext cx="9601200" cy="1077218"/>
          </a:xfrm>
          <a:prstGeom prst="rect">
            <a:avLst/>
          </a:prstGeom>
          <a:noFill/>
        </p:spPr>
        <p:txBody>
          <a:bodyPr wrap="square" rtlCol="0">
            <a:spAutoFit/>
          </a:bodyPr>
          <a:lstStyle/>
          <a:p>
            <a:pPr algn="just"/>
            <a:r>
              <a:rPr lang="fr-CA" sz="1600" noProof="0" dirty="0"/>
              <a:t>Figure 3 : À gauche, résultats de l’étude de </a:t>
            </a:r>
            <a:r>
              <a:rPr lang="fr-CA" sz="1600" noProof="0" dirty="0" err="1"/>
              <a:t>Bannester</a:t>
            </a:r>
            <a:r>
              <a:rPr lang="fr-CA" sz="1600" noProof="0" dirty="0"/>
              <a:t>-Marchand et al. (2025), à droite, résultats de notre analyse. Est représenté : Les probabilités que les chevaliers cuivrés tombent sous un seuil de population dans les prochaines 100 ans, basé sur nos scénarios dynamique stochastiques de population. Lignes : médiane de 5000 itérations; enveloppes colorées : 70% </a:t>
            </a:r>
            <a:r>
              <a:rPr lang="fr-CA" sz="1600" noProof="0" dirty="0" err="1"/>
              <a:t>ICs</a:t>
            </a:r>
            <a:endParaRPr lang="fr-CA" sz="1600" noProof="0" dirty="0"/>
          </a:p>
        </p:txBody>
      </p:sp>
      <p:pic>
        <p:nvPicPr>
          <p:cNvPr id="4" name="Image 3">
            <a:extLst>
              <a:ext uri="{FF2B5EF4-FFF2-40B4-BE49-F238E27FC236}">
                <a16:creationId xmlns:a16="http://schemas.microsoft.com/office/drawing/2014/main" id="{C3B9B1F3-DBD8-3F0B-E141-48009D6B014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74208" y="1030628"/>
            <a:ext cx="4489676" cy="3741396"/>
          </a:xfrm>
          <a:prstGeom prst="rect">
            <a:avLst/>
          </a:prstGeom>
        </p:spPr>
      </p:pic>
      <p:pic>
        <p:nvPicPr>
          <p:cNvPr id="13" name="Image 12">
            <a:extLst>
              <a:ext uri="{FF2B5EF4-FFF2-40B4-BE49-F238E27FC236}">
                <a16:creationId xmlns:a16="http://schemas.microsoft.com/office/drawing/2014/main" id="{C705A886-BFDB-824D-0E37-7B8094A21002}"/>
              </a:ext>
            </a:extLst>
          </p:cNvPr>
          <p:cNvPicPr>
            <a:picLocks noChangeAspect="1"/>
          </p:cNvPicPr>
          <p:nvPr/>
        </p:nvPicPr>
        <p:blipFill>
          <a:blip r:embed="rId3"/>
          <a:stretch>
            <a:fillRect/>
          </a:stretch>
        </p:blipFill>
        <p:spPr>
          <a:xfrm>
            <a:off x="1507787" y="1030628"/>
            <a:ext cx="4410006" cy="3738169"/>
          </a:xfrm>
          <a:prstGeom prst="rect">
            <a:avLst/>
          </a:prstGeom>
        </p:spPr>
      </p:pic>
    </p:spTree>
    <p:extLst>
      <p:ext uri="{BB962C8B-B14F-4D97-AF65-F5344CB8AC3E}">
        <p14:creationId xmlns:p14="http://schemas.microsoft.com/office/powerpoint/2010/main" val="11625067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1FA62-BF98-FBB0-D20E-CDA7D1E5D981}"/>
            </a:ext>
          </a:extLst>
        </p:cNvPr>
        <p:cNvGrpSpPr/>
        <p:nvPr/>
      </p:nvGrpSpPr>
      <p:grpSpPr>
        <a:xfrm>
          <a:off x="0" y="0"/>
          <a:ext cx="0" cy="0"/>
          <a:chOff x="0" y="0"/>
          <a:chExt cx="0" cy="0"/>
        </a:xfrm>
      </p:grpSpPr>
      <p:sp>
        <p:nvSpPr>
          <p:cNvPr id="12" name="ZoneTexte 11">
            <a:extLst>
              <a:ext uri="{FF2B5EF4-FFF2-40B4-BE49-F238E27FC236}">
                <a16:creationId xmlns:a16="http://schemas.microsoft.com/office/drawing/2014/main" id="{C9FAF4E8-FBA0-C1B3-18B7-2833B15C2E5C}"/>
              </a:ext>
            </a:extLst>
          </p:cNvPr>
          <p:cNvSpPr txBox="1"/>
          <p:nvPr/>
        </p:nvSpPr>
        <p:spPr>
          <a:xfrm>
            <a:off x="1295400" y="4936931"/>
            <a:ext cx="9601200" cy="1077218"/>
          </a:xfrm>
          <a:prstGeom prst="rect">
            <a:avLst/>
          </a:prstGeom>
          <a:noFill/>
        </p:spPr>
        <p:txBody>
          <a:bodyPr wrap="square" rtlCol="0">
            <a:spAutoFit/>
          </a:bodyPr>
          <a:lstStyle/>
          <a:p>
            <a:pPr algn="just"/>
            <a:r>
              <a:rPr lang="fr-CA" sz="1600" noProof="0" dirty="0"/>
              <a:t>Figure 4 : À gauche, résultats de l’étude de </a:t>
            </a:r>
            <a:r>
              <a:rPr lang="fr-CA" sz="1600" noProof="0" dirty="0" err="1"/>
              <a:t>Bannester</a:t>
            </a:r>
            <a:r>
              <a:rPr lang="fr-CA" sz="1600" noProof="0" dirty="0"/>
              <a:t>-Marchand et al. (2025), à droite, résultats de notre analyse. Est représenté : Les probabilités que les chevaliers cuivrés tombent sous un seuil de population dans les prochaines 100 ans, basé sur nos scénarios dynamique stochastiques de population. Lignes : médiane de 5000 itérations; enveloppes colorées : 70% </a:t>
            </a:r>
            <a:r>
              <a:rPr lang="fr-CA" sz="1600" noProof="0" dirty="0" err="1"/>
              <a:t>ICs</a:t>
            </a:r>
            <a:endParaRPr lang="fr-CA" sz="1600" noProof="0" dirty="0"/>
          </a:p>
        </p:txBody>
      </p:sp>
      <p:pic>
        <p:nvPicPr>
          <p:cNvPr id="3" name="Image 2">
            <a:extLst>
              <a:ext uri="{FF2B5EF4-FFF2-40B4-BE49-F238E27FC236}">
                <a16:creationId xmlns:a16="http://schemas.microsoft.com/office/drawing/2014/main" id="{2E5DD771-C94F-58CD-D9B5-D8BE4032FB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10797" y="1030628"/>
            <a:ext cx="4485803" cy="3738169"/>
          </a:xfrm>
          <a:prstGeom prst="rect">
            <a:avLst/>
          </a:prstGeom>
        </p:spPr>
      </p:pic>
    </p:spTree>
    <p:extLst>
      <p:ext uri="{BB962C8B-B14F-4D97-AF65-F5344CB8AC3E}">
        <p14:creationId xmlns:p14="http://schemas.microsoft.com/office/powerpoint/2010/main" val="40736451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602546B-6E81-B2EF-AF4D-70A2BABCE52E}"/>
              </a:ext>
            </a:extLst>
          </p:cNvPr>
          <p:cNvSpPr>
            <a:spLocks noGrp="1"/>
          </p:cNvSpPr>
          <p:nvPr>
            <p:ph type="title"/>
          </p:nvPr>
        </p:nvSpPr>
        <p:spPr/>
        <p:txBody>
          <a:bodyPr/>
          <a:lstStyle/>
          <a:p>
            <a:endParaRPr lang="fr-CA"/>
          </a:p>
        </p:txBody>
      </p:sp>
      <p:sp>
        <p:nvSpPr>
          <p:cNvPr id="3" name="Espace réservé du contenu 2">
            <a:extLst>
              <a:ext uri="{FF2B5EF4-FFF2-40B4-BE49-F238E27FC236}">
                <a16:creationId xmlns:a16="http://schemas.microsoft.com/office/drawing/2014/main" id="{7C8FECE2-37AA-AFF5-7D1E-A6F3BA91F380}"/>
              </a:ext>
            </a:extLst>
          </p:cNvPr>
          <p:cNvSpPr>
            <a:spLocks noGrp="1"/>
          </p:cNvSpPr>
          <p:nvPr>
            <p:ph idx="1"/>
          </p:nvPr>
        </p:nvSpPr>
        <p:spPr/>
        <p:txBody>
          <a:bodyPr/>
          <a:lstStyle/>
          <a:p>
            <a:endParaRPr lang="fr-CA"/>
          </a:p>
        </p:txBody>
      </p:sp>
    </p:spTree>
    <p:extLst>
      <p:ext uri="{BB962C8B-B14F-4D97-AF65-F5344CB8AC3E}">
        <p14:creationId xmlns:p14="http://schemas.microsoft.com/office/powerpoint/2010/main" val="400772557"/>
      </p:ext>
    </p:extLst>
  </p:cSld>
  <p:clrMapOvr>
    <a:masterClrMapping/>
  </p:clrMapOvr>
</p:sld>
</file>

<file path=ppt/theme/theme1.xml><?xml version="1.0" encoding="utf-8"?>
<a:theme xmlns:a="http://schemas.openxmlformats.org/drawingml/2006/main" name="ChronicleVTI">
  <a:themeElements>
    <a:clrScheme name="Chronicle">
      <a:dk1>
        <a:srgbClr val="000000"/>
      </a:dk1>
      <a:lt1>
        <a:srgbClr val="FFFFFF"/>
      </a:lt1>
      <a:dk2>
        <a:srgbClr val="1C1C32"/>
      </a:dk2>
      <a:lt2>
        <a:srgbClr val="F8F4F1"/>
      </a:lt2>
      <a:accent1>
        <a:srgbClr val="734B67"/>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Univers Calisto">
      <a:majorFont>
        <a:latin typeface="Univers Condensed"/>
        <a:ea typeface=""/>
        <a:cs typeface=""/>
      </a:majorFont>
      <a:minorFont>
        <a:latin typeface="Calisto M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ChronicleVTI" id="{508E4D90-5116-4BF0-876B-3F422DD1F65F}" vid="{AA21DC3D-92A8-43A4-8358-ED428371CD55}"/>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TM03457491[[fn=Métropolitain]]</Template>
  <TotalTime>329</TotalTime>
  <Words>516</Words>
  <Application>Microsoft Office PowerPoint</Application>
  <PresentationFormat>Grand écran</PresentationFormat>
  <Paragraphs>47</Paragraphs>
  <Slides>13</Slides>
  <Notes>1</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13</vt:i4>
      </vt:variant>
    </vt:vector>
  </HeadingPairs>
  <TitlesOfParts>
    <vt:vector size="18" baseType="lpstr">
      <vt:lpstr>Aptos</vt:lpstr>
      <vt:lpstr>Arial</vt:lpstr>
      <vt:lpstr>Calisto MT</vt:lpstr>
      <vt:lpstr>Univers Condensed</vt:lpstr>
      <vt:lpstr>ChronicleVTI</vt:lpstr>
      <vt:lpstr>État de la situation du chevalier cuivré </vt:lpstr>
      <vt:lpstr>Distribution géographique</vt:lpstr>
      <vt:lpstr>Traits d’histoire de vie</vt:lpstr>
      <vt:lpstr>État Légal</vt:lpstr>
      <vt:lpstr>Menaces</vt:lpstr>
      <vt:lpstr>Mesures établies</vt:lpstr>
      <vt:lpstr>Qu’indique les prédictions pour les  100 prochaines années?</vt:lpstr>
      <vt:lpstr>Méthode</vt:lpstr>
      <vt:lpstr>Données </vt:lpstr>
      <vt:lpstr>Résultats</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Tristan Plasse</dc:creator>
  <cp:lastModifiedBy>Tristan Plasse</cp:lastModifiedBy>
  <cp:revision>1</cp:revision>
  <dcterms:created xsi:type="dcterms:W3CDTF">2026-04-15T19:59:23Z</dcterms:created>
  <dcterms:modified xsi:type="dcterms:W3CDTF">2026-04-16T01:28:46Z</dcterms:modified>
</cp:coreProperties>
</file>
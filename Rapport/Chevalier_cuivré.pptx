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7" r:id="rId12"/>
    <p:sldId id="269" r:id="rId13"/>
    <p:sldId id="266"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4B8DB3-0E07-4C81-8CE6-75F1F7AC2095}" v="37" dt="2026-04-16T02:40:09.8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8" d="100"/>
          <a:sy n="98" d="100"/>
        </p:scale>
        <p:origin x="96"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addMainMaster delMainMaster">
      <pc:chgData name="Tristan Plasse" userId="13c698b9-43c4-4271-b359-faaadca0774b" providerId="ADAL" clId="{FE460185-D4AE-4375-BA71-CD1D7F2341F0}" dt="2026-04-16T02:43:18.894" v="4116" actId="108"/>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del mod">
          <ac:chgData name="Tristan Plasse" userId="13c698b9-43c4-4271-b359-faaadca0774b" providerId="ADAL" clId="{FE460185-D4AE-4375-BA71-CD1D7F2341F0}" dt="2026-04-15T20:10:54.116" v="49" actId="478"/>
          <ac:spMkLst>
            <pc:docMk/>
            <pc:sldMk cId="3055694646" sldId="256"/>
            <ac:spMk id="3" creationId="{D5825A9E-4B50-0AAC-F66B-40BEDCEF7DB7}"/>
          </ac:spMkLst>
        </pc:spChg>
        <pc:spChg chg="add del mod">
          <ac:chgData name="Tristan Plasse" userId="13c698b9-43c4-4271-b359-faaadca0774b" providerId="ADAL" clId="{FE460185-D4AE-4375-BA71-CD1D7F2341F0}" dt="2026-04-15T20:10:51.517" v="48" actId="478"/>
          <ac:spMkLst>
            <pc:docMk/>
            <pc:sldMk cId="3055694646" sldId="256"/>
            <ac:spMk id="5" creationId="{305E91D6-0A44-DBAE-EB09-7D0D20D592DC}"/>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del">
          <ac:chgData name="Tristan Plasse" userId="13c698b9-43c4-4271-b359-faaadca0774b" providerId="ADAL" clId="{FE460185-D4AE-4375-BA71-CD1D7F2341F0}" dt="2026-04-15T20:11:02.110" v="50" actId="26606"/>
          <ac:spMkLst>
            <pc:docMk/>
            <pc:sldMk cId="3055694646" sldId="256"/>
            <ac:spMk id="1031" creationId="{D4995BF0-8E87-4ECF-904C-D047955C15CE}"/>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del">
          <ac:chgData name="Tristan Plasse" userId="13c698b9-43c4-4271-b359-faaadca0774b" providerId="ADAL" clId="{FE460185-D4AE-4375-BA71-CD1D7F2341F0}" dt="2026-04-15T20:15:01.467" v="104" actId="478"/>
          <ac:spMkLst>
            <pc:docMk/>
            <pc:sldMk cId="1391683424" sldId="257"/>
            <ac:spMk id="3" creationId="{4F263C79-35EC-4077-2697-18199ECA804D}"/>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modSp new mod">
        <pc:chgData name="Tristan Plasse" userId="13c698b9-43c4-4271-b359-faaadca0774b" providerId="ADAL" clId="{FE460185-D4AE-4375-BA71-CD1D7F2341F0}" dt="2026-04-15T21:49:45.861" v="709" actId="107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mod">
          <ac:chgData name="Tristan Plasse" userId="13c698b9-43c4-4271-b359-faaadca0774b" providerId="ADAL" clId="{FE460185-D4AE-4375-BA71-CD1D7F2341F0}" dt="2026-04-15T21:42:10.756" v="522" actId="20577"/>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spChg chg="add del">
          <ac:chgData name="Tristan Plasse" userId="13c698b9-43c4-4271-b359-faaadca0774b" providerId="ADAL" clId="{FE460185-D4AE-4375-BA71-CD1D7F2341F0}" dt="2026-04-15T21:43:10.126" v="527" actId="26606"/>
          <ac:spMkLst>
            <pc:docMk/>
            <pc:sldMk cId="2325527580" sldId="259"/>
            <ac:spMk id="10" creationId="{E49D7415-2F11-44C2-B6AA-13A25B6814B9}"/>
          </ac:spMkLst>
        </pc:spChg>
        <pc:picChg chg="add del mod modCrop">
          <ac:chgData name="Tristan Plasse" userId="13c698b9-43c4-4271-b359-faaadca0774b" providerId="ADAL" clId="{FE460185-D4AE-4375-BA71-CD1D7F2341F0}" dt="2026-04-15T21:43:48.833" v="531" actId="478"/>
          <ac:picMkLst>
            <pc:docMk/>
            <pc:sldMk cId="2325527580" sldId="259"/>
            <ac:picMk id="5" creationId="{F5B68427-0CE3-23BE-4CF6-4CD44846B64E}"/>
          </ac:picMkLst>
        </pc:pic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cxnChg chg="add del">
          <ac:chgData name="Tristan Plasse" userId="13c698b9-43c4-4271-b359-faaadca0774b" providerId="ADAL" clId="{FE460185-D4AE-4375-BA71-CD1D7F2341F0}" dt="2026-04-15T21:43:10.126" v="527" actId="26606"/>
          <ac:cxnSpMkLst>
            <pc:docMk/>
            <pc:sldMk cId="2325527580" sldId="259"/>
            <ac:cxnSpMk id="12" creationId="{BCE733BF-B95F-4869-AB8F-D90C6F595769}"/>
          </ac:cxnSpMkLst>
        </pc:cxnChg>
        <pc:cxnChg chg="add del">
          <ac:chgData name="Tristan Plasse" userId="13c698b9-43c4-4271-b359-faaadca0774b" providerId="ADAL" clId="{FE460185-D4AE-4375-BA71-CD1D7F2341F0}" dt="2026-04-15T21:43:10.126" v="527" actId="26606"/>
          <ac:cxnSpMkLst>
            <pc:docMk/>
            <pc:sldMk cId="2325527580" sldId="259"/>
            <ac:cxnSpMk id="14" creationId="{8D1166D6-1A36-41B0-8A82-37761E6F3DF9}"/>
          </ac:cxnSpMkLst>
        </pc:cxn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del">
          <ac:chgData name="Tristan Plasse" userId="13c698b9-43c4-4271-b359-faaadca0774b" providerId="ADAL" clId="{FE460185-D4AE-4375-BA71-CD1D7F2341F0}" dt="2026-04-15T23:10:03.586" v="897" actId="478"/>
          <ac:spMkLst>
            <pc:docMk/>
            <pc:sldMk cId="1893348209" sldId="262"/>
            <ac:spMk id="3" creationId="{C932A9B9-82DF-3926-3109-1054CAE029A8}"/>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del mod">
          <ac:chgData name="Tristan Plasse" userId="13c698b9-43c4-4271-b359-faaadca0774b" providerId="ADAL" clId="{FE460185-D4AE-4375-BA71-CD1D7F2341F0}" dt="2026-04-15T23:32:55.314" v="1202" actId="26606"/>
          <ac:spMkLst>
            <pc:docMk/>
            <pc:sldMk cId="853938190" sldId="263"/>
            <ac:spMk id="3" creationId="{E06B7521-C1EE-363D-868F-6BFC00341DCD}"/>
          </ac:spMkLst>
        </pc:spChg>
        <pc:spChg chg="add del">
          <ac:chgData name="Tristan Plasse" userId="13c698b9-43c4-4271-b359-faaadca0774b" providerId="ADAL" clId="{FE460185-D4AE-4375-BA71-CD1D7F2341F0}" dt="2026-04-15T23:32:55.287" v="1201" actId="26606"/>
          <ac:spMkLst>
            <pc:docMk/>
            <pc:sldMk cId="853938190" sldId="263"/>
            <ac:spMk id="9" creationId="{F68B2C62-7648-4430-90D5-AE0F252AF113}"/>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del">
          <ac:chgData name="Tristan Plasse" userId="13c698b9-43c4-4271-b359-faaadca0774b" providerId="ADAL" clId="{FE460185-D4AE-4375-BA71-CD1D7F2341F0}" dt="2026-04-15T23:32:55.287" v="1201" actId="26606"/>
          <ac:graphicFrameMkLst>
            <pc:docMk/>
            <pc:sldMk cId="853938190" sldId="263"/>
            <ac:graphicFrameMk id="5" creationId="{ECA3F23A-78C9-8618-71D1-AE5B228C8715}"/>
          </ac:graphicFrameMkLst>
        </pc:graphicFrame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del">
          <ac:chgData name="Tristan Plasse" userId="13c698b9-43c4-4271-b359-faaadca0774b" providerId="ADAL" clId="{FE460185-D4AE-4375-BA71-CD1D7F2341F0}" dt="2026-04-15T23:32:55.287" v="1201" actId="26606"/>
          <ac:cxnSpMkLst>
            <pc:docMk/>
            <pc:sldMk cId="853938190" sldId="263"/>
            <ac:cxnSpMk id="11" creationId="{AAD0195E-7F27-4D06-9427-0C121D721A14}"/>
          </ac:cxnSpMkLst>
        </pc:cxnChg>
        <pc:cxnChg chg="add del">
          <ac:chgData name="Tristan Plasse" userId="13c698b9-43c4-4271-b359-faaadca0774b" providerId="ADAL" clId="{FE460185-D4AE-4375-BA71-CD1D7F2341F0}" dt="2026-04-15T23:32:55.287" v="1201" actId="26606"/>
          <ac:cxnSpMkLst>
            <pc:docMk/>
            <pc:sldMk cId="853938190" sldId="263"/>
            <ac:cxnSpMk id="13" creationId="{9D74C2FC-3228-4FC1-B97B-87AD35508D91}"/>
          </ac:cxnSpMkLst>
        </pc:cxn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6T01:19:53.453" v="2430"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6T01:19:53.453" v="2430"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modSp new mod modNotesTx">
        <pc:chgData name="Tristan Plasse" userId="13c698b9-43c4-4271-b359-faaadca0774b" providerId="ADAL" clId="{FE460185-D4AE-4375-BA71-CD1D7F2341F0}" dt="2026-04-16T02:27:57.490" v="3588"/>
        <pc:sldMkLst>
          <pc:docMk/>
          <pc:sldMk cId="400772557" sldId="266"/>
        </pc:sldMkLst>
        <pc:spChg chg="mod">
          <ac:chgData name="Tristan Plasse" userId="13c698b9-43c4-4271-b359-faaadca0774b" providerId="ADAL" clId="{FE460185-D4AE-4375-BA71-CD1D7F2341F0}" dt="2026-04-16T01:36:18.826" v="3023" actId="20577"/>
          <ac:spMkLst>
            <pc:docMk/>
            <pc:sldMk cId="400772557" sldId="266"/>
            <ac:spMk id="2" creationId="{B602546B-6E81-B2EF-AF4D-70A2BABCE52E}"/>
          </ac:spMkLst>
        </pc:spChg>
        <pc:spChg chg="mod">
          <ac:chgData name="Tristan Plasse" userId="13c698b9-43c4-4271-b359-faaadca0774b" providerId="ADAL" clId="{FE460185-D4AE-4375-BA71-CD1D7F2341F0}" dt="2026-04-16T02:27:57.490" v="3588"/>
          <ac:spMkLst>
            <pc:docMk/>
            <pc:sldMk cId="400772557" sldId="266"/>
            <ac:spMk id="3" creationId="{7C8FECE2-37AA-AFF5-7D1E-A6F3BA91F380}"/>
          </ac:spMkLst>
        </pc:spChg>
      </pc:sldChg>
      <pc:sldChg chg="addSp delSp modSp add mod">
        <pc:chgData name="Tristan Plasse" userId="13c698b9-43c4-4271-b359-faaadca0774b" providerId="ADAL" clId="{FE460185-D4AE-4375-BA71-CD1D7F2341F0}" dt="2026-04-16T01:21:56.262" v="2594" actId="14100"/>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6T01:21:19.761" v="2587" actId="1076"/>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6T01:36:09.232" v="3013" actId="20577"/>
        <pc:sldMkLst>
          <pc:docMk/>
          <pc:sldMk cId="4073645163" sldId="269"/>
        </pc:sldMkLst>
        <pc:spChg chg="mod">
          <ac:chgData name="Tristan Plasse" userId="13c698b9-43c4-4271-b359-faaadca0774b" providerId="ADAL" clId="{FE460185-D4AE-4375-BA71-CD1D7F2341F0}" dt="2026-04-16T01:36:09.232" v="3013" actId="20577"/>
          <ac:spMkLst>
            <pc:docMk/>
            <pc:sldMk cId="4073645163" sldId="269"/>
            <ac:spMk id="12" creationId="{C9FAF4E8-FBA0-C1B3-18B7-2833B15C2E5C}"/>
          </ac:spMkLst>
        </pc:spChg>
        <pc:picChg chg="add del mod">
          <ac:chgData name="Tristan Plasse" userId="13c698b9-43c4-4271-b359-faaadca0774b" providerId="ADAL" clId="{FE460185-D4AE-4375-BA71-CD1D7F2341F0}" dt="2026-04-16T01:31:08.732" v="2614" actId="478"/>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add mod">
          <ac:chgData name="Tristan Plasse" userId="13c698b9-43c4-4271-b359-faaadca0774b" providerId="ADAL" clId="{FE460185-D4AE-4375-BA71-CD1D7F2341F0}" dt="2026-04-16T01:33:17.443" v="2633" actId="14100"/>
          <ac:picMkLst>
            <pc:docMk/>
            <pc:sldMk cId="4073645163" sldId="269"/>
            <ac:picMk id="6" creationId="{57A977B4-F0B7-1A94-5F50-6DB61D43BE7B}"/>
          </ac:picMkLst>
        </pc:picChg>
        <pc:picChg chg="add del mod">
          <ac:chgData name="Tristan Plasse" userId="13c698b9-43c4-4271-b359-faaadca0774b" providerId="ADAL" clId="{FE460185-D4AE-4375-BA71-CD1D7F2341F0}" dt="2026-04-16T01:32:08.871" v="2619" actId="478"/>
          <ac:picMkLst>
            <pc:docMk/>
            <pc:sldMk cId="4073645163" sldId="269"/>
            <ac:picMk id="8" creationId="{3D9401CE-DFEB-73AD-1B71-D0EE61988BBC}"/>
          </ac:picMkLst>
        </pc:picChg>
        <pc:picChg chg="add mod modCrop">
          <ac:chgData name="Tristan Plasse" userId="13c698b9-43c4-4271-b359-faaadca0774b" providerId="ADAL" clId="{FE460185-D4AE-4375-BA71-CD1D7F2341F0}" dt="2026-04-16T01:33:01.343" v="2631" actId="14100"/>
          <ac:picMkLst>
            <pc:docMk/>
            <pc:sldMk cId="4073645163" sldId="269"/>
            <ac:picMk id="10" creationId="{8F3BD6FE-B164-B9F2-09BB-32BB144C5117}"/>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Chg chg="addSp modSp new mod setBg">
        <pc:chgData name="Tristan Plasse" userId="13c698b9-43c4-4271-b359-faaadca0774b" providerId="ADAL" clId="{FE460185-D4AE-4375-BA71-CD1D7F2341F0}" dt="2026-04-16T02:43:18.894" v="4116" actId="108"/>
        <pc:sldMkLst>
          <pc:docMk/>
          <pc:sldMk cId="960806995" sldId="270"/>
        </pc:sldMkLst>
        <pc:spChg chg="mod">
          <ac:chgData name="Tristan Plasse" userId="13c698b9-43c4-4271-b359-faaadca0774b" providerId="ADAL" clId="{FE460185-D4AE-4375-BA71-CD1D7F2341F0}" dt="2026-04-16T02:43:08.632" v="4114" actId="26606"/>
          <ac:spMkLst>
            <pc:docMk/>
            <pc:sldMk cId="960806995" sldId="270"/>
            <ac:spMk id="2" creationId="{E94E064B-C271-D942-847D-C57AA49309EB}"/>
          </ac:spMkLst>
        </pc:spChg>
        <pc:spChg chg="mod">
          <ac:chgData name="Tristan Plasse" userId="13c698b9-43c4-4271-b359-faaadca0774b" providerId="ADAL" clId="{FE460185-D4AE-4375-BA71-CD1D7F2341F0}" dt="2026-04-16T02:43:18.894" v="4116" actId="108"/>
          <ac:spMkLst>
            <pc:docMk/>
            <pc:sldMk cId="960806995" sldId="270"/>
            <ac:spMk id="3" creationId="{985811B9-89CF-1E2E-CD4B-69C7E3D221C2}"/>
          </ac:spMkLst>
        </pc:spChg>
        <pc:spChg chg="add">
          <ac:chgData name="Tristan Plasse" userId="13c698b9-43c4-4271-b359-faaadca0774b" providerId="ADAL" clId="{FE460185-D4AE-4375-BA71-CD1D7F2341F0}" dt="2026-04-16T02:43:08.632" v="4114" actId="26606"/>
          <ac:spMkLst>
            <pc:docMk/>
            <pc:sldMk cId="960806995" sldId="270"/>
            <ac:spMk id="8" creationId="{5F710FDB-0919-493E-8539-8240C23F1EB2}"/>
          </ac:spMkLst>
        </pc:spChg>
        <pc:cxnChg chg="add">
          <ac:chgData name="Tristan Plasse" userId="13c698b9-43c4-4271-b359-faaadca0774b" providerId="ADAL" clId="{FE460185-D4AE-4375-BA71-CD1D7F2341F0}" dt="2026-04-16T02:43:08.632" v="4114" actId="26606"/>
          <ac:cxnSpMkLst>
            <pc:docMk/>
            <pc:sldMk cId="960806995" sldId="270"/>
            <ac:cxnSpMk id="10" creationId="{0AFF0B6C-73E2-4B40-9280-938C14922C87}"/>
          </ac:cxnSpMkLst>
        </pc:cxnChg>
      </pc:sldChg>
      <pc:sldChg chg="addSp delSp modSp new mod setBg">
        <pc:chgData name="Tristan Plasse" userId="13c698b9-43c4-4271-b359-faaadca0774b" providerId="ADAL" clId="{FE460185-D4AE-4375-BA71-CD1D7F2341F0}" dt="2026-04-16T02:43:04.560" v="4113" actId="26606"/>
        <pc:sldMkLst>
          <pc:docMk/>
          <pc:sldMk cId="1896708259" sldId="271"/>
        </pc:sldMkLst>
        <pc:spChg chg="mod">
          <ac:chgData name="Tristan Plasse" userId="13c698b9-43c4-4271-b359-faaadca0774b" providerId="ADAL" clId="{FE460185-D4AE-4375-BA71-CD1D7F2341F0}" dt="2026-04-16T02:43:04.560" v="4113" actId="26606"/>
          <ac:spMkLst>
            <pc:docMk/>
            <pc:sldMk cId="1896708259" sldId="271"/>
            <ac:spMk id="2" creationId="{8D966DD8-8219-CF1B-134B-3A3C1821891D}"/>
          </ac:spMkLst>
        </pc:spChg>
        <pc:spChg chg="mod">
          <ac:chgData name="Tristan Plasse" userId="13c698b9-43c4-4271-b359-faaadca0774b" providerId="ADAL" clId="{FE460185-D4AE-4375-BA71-CD1D7F2341F0}" dt="2026-04-16T02:43:04.560" v="4113" actId="26606"/>
          <ac:spMkLst>
            <pc:docMk/>
            <pc:sldMk cId="1896708259" sldId="271"/>
            <ac:spMk id="3" creationId="{76E70E93-C46E-8BE3-F6AA-2FF55DA44A33}"/>
          </ac:spMkLst>
        </pc:spChg>
        <pc:spChg chg="add del">
          <ac:chgData name="Tristan Plasse" userId="13c698b9-43c4-4271-b359-faaadca0774b" providerId="ADAL" clId="{FE460185-D4AE-4375-BA71-CD1D7F2341F0}" dt="2026-04-16T02:43:04.560" v="4113" actId="26606"/>
          <ac:spMkLst>
            <pc:docMk/>
            <pc:sldMk cId="1896708259" sldId="271"/>
            <ac:spMk id="8" creationId="{5F710FDB-0919-493E-8539-8240C23F1EB2}"/>
          </ac:spMkLst>
        </pc:spChg>
        <pc:cxnChg chg="add del">
          <ac:chgData name="Tristan Plasse" userId="13c698b9-43c4-4271-b359-faaadca0774b" providerId="ADAL" clId="{FE460185-D4AE-4375-BA71-CD1D7F2341F0}" dt="2026-04-16T02:43:04.560" v="4113" actId="26606"/>
          <ac:cxnSpMkLst>
            <pc:docMk/>
            <pc:sldMk cId="1896708259" sldId="271"/>
            <ac:cxnSpMk id="10" creationId="{0AFF0B6C-73E2-4B40-9280-938C14922C87}"/>
          </ac:cxnSpMkLst>
        </pc:cxnChg>
      </pc:sldChg>
      <pc:sldChg chg="addSp delSp modSp new mod setBg">
        <pc:chgData name="Tristan Plasse" userId="13c698b9-43c4-4271-b359-faaadca0774b" providerId="ADAL" clId="{FE460185-D4AE-4375-BA71-CD1D7F2341F0}" dt="2026-04-16T02:42:41.334" v="4108" actId="26606"/>
        <pc:sldMkLst>
          <pc:docMk/>
          <pc:sldMk cId="1681359310" sldId="272"/>
        </pc:sldMkLst>
        <pc:spChg chg="mod">
          <ac:chgData name="Tristan Plasse" userId="13c698b9-43c4-4271-b359-faaadca0774b" providerId="ADAL" clId="{FE460185-D4AE-4375-BA71-CD1D7F2341F0}" dt="2026-04-16T02:42:41.334" v="4108" actId="26606"/>
          <ac:spMkLst>
            <pc:docMk/>
            <pc:sldMk cId="1681359310" sldId="272"/>
            <ac:spMk id="2" creationId="{C6592201-F93D-A145-140C-4ED4769B3007}"/>
          </ac:spMkLst>
        </pc:spChg>
        <pc:spChg chg="del">
          <ac:chgData name="Tristan Plasse" userId="13c698b9-43c4-4271-b359-faaadca0774b" providerId="ADAL" clId="{FE460185-D4AE-4375-BA71-CD1D7F2341F0}" dt="2026-04-16T02:42:34.162" v="4107" actId="478"/>
          <ac:spMkLst>
            <pc:docMk/>
            <pc:sldMk cId="1681359310" sldId="272"/>
            <ac:spMk id="3" creationId="{73F2AA7A-9104-D0E1-A821-0144F482BC91}"/>
          </ac:spMkLst>
        </pc:spChg>
        <pc:spChg chg="add">
          <ac:chgData name="Tristan Plasse" userId="13c698b9-43c4-4271-b359-faaadca0774b" providerId="ADAL" clId="{FE460185-D4AE-4375-BA71-CD1D7F2341F0}" dt="2026-04-16T02:42:41.334" v="4108" actId="26606"/>
          <ac:spMkLst>
            <pc:docMk/>
            <pc:sldMk cId="1681359310" sldId="272"/>
            <ac:spMk id="11" creationId="{DEF92653-5D6D-47E6-8744-0DAF76E049C4}"/>
          </ac:spMkLst>
        </pc:spChg>
        <pc:cxnChg chg="add">
          <ac:chgData name="Tristan Plasse" userId="13c698b9-43c4-4271-b359-faaadca0774b" providerId="ADAL" clId="{FE460185-D4AE-4375-BA71-CD1D7F2341F0}" dt="2026-04-16T02:42:41.334" v="4108" actId="26606"/>
          <ac:cxnSpMkLst>
            <pc:docMk/>
            <pc:sldMk cId="1681359310" sldId="272"/>
            <ac:cxnSpMk id="7" creationId="{F64F9B95-9045-48D2-B9F3-2927E98F54AA}"/>
          </ac:cxnSpMkLst>
        </pc:cxnChg>
        <pc:cxnChg chg="add">
          <ac:chgData name="Tristan Plasse" userId="13c698b9-43c4-4271-b359-faaadca0774b" providerId="ADAL" clId="{FE460185-D4AE-4375-BA71-CD1D7F2341F0}" dt="2026-04-16T02:42:41.334" v="4108" actId="26606"/>
          <ac:cxnSpMkLst>
            <pc:docMk/>
            <pc:sldMk cId="1681359310" sldId="272"/>
            <ac:cxnSpMk id="9" creationId="{085AA86F-6A4D-4BCB-A045-D992CDC2959B}"/>
          </ac:cxnSpMkLst>
        </pc:cxnChg>
        <pc:cxnChg chg="add">
          <ac:chgData name="Tristan Plasse" userId="13c698b9-43c4-4271-b359-faaadca0774b" providerId="ADAL" clId="{FE460185-D4AE-4375-BA71-CD1D7F2341F0}" dt="2026-04-16T02:42:41.334" v="4108" actId="26606"/>
          <ac:cxnSpMkLst>
            <pc:docMk/>
            <pc:sldMk cId="1681359310" sldId="272"/>
            <ac:cxnSpMk id="13" creationId="{9CA98CE3-81A7-4FFE-A047-9AA65998D877}"/>
          </ac:cxnSpMkLst>
        </pc:cxnChg>
      </pc:sldChg>
      <pc:sldChg chg="new">
        <pc:chgData name="Tristan Plasse" userId="13c698b9-43c4-4271-b359-faaadca0774b" providerId="ADAL" clId="{FE460185-D4AE-4375-BA71-CD1D7F2341F0}" dt="2026-04-16T02:42:48.314" v="4109" actId="680"/>
        <pc:sldMkLst>
          <pc:docMk/>
          <pc:sldMk cId="3744480376" sldId="273"/>
        </pc:sldMkLst>
      </pc:sldChg>
      <pc:sldMasterChg chg="del delSldLayout">
        <pc:chgData name="Tristan Plasse" userId="13c698b9-43c4-4271-b359-faaadca0774b" providerId="ADAL" clId="{FE460185-D4AE-4375-BA71-CD1D7F2341F0}" dt="2026-04-15T20:11:02.110" v="50" actId="26606"/>
        <pc:sldMasterMkLst>
          <pc:docMk/>
          <pc:sldMasterMk cId="1832935048" sldId="2147483677"/>
        </pc:sldMasterMkLst>
        <pc:sldLayoutChg chg="del">
          <pc:chgData name="Tristan Plasse" userId="13c698b9-43c4-4271-b359-faaadca0774b" providerId="ADAL" clId="{FE460185-D4AE-4375-BA71-CD1D7F2341F0}" dt="2026-04-15T20:11:02.110" v="50" actId="26606"/>
          <pc:sldLayoutMkLst>
            <pc:docMk/>
            <pc:sldMasterMk cId="1832935048" sldId="2147483677"/>
            <pc:sldLayoutMk cId="1829042309" sldId="2147483678"/>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849272018" sldId="2147483679"/>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581990246" sldId="2147483680"/>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724230670" sldId="2147483681"/>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864735350" sldId="2147483682"/>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983675851" sldId="2147483683"/>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855770320" sldId="2147483684"/>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1453757617" sldId="2147483685"/>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4093955479" sldId="2147483686"/>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995575664" sldId="2147483687"/>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371583209" sldId="2147483688"/>
          </pc:sldLayoutMkLst>
        </pc:sldLayoutChg>
      </pc:sldMaster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2026-04-16</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Ex. les individus stockés pourrait ne pas connaître le lieu de fraie</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13</a:t>
            </a:fld>
            <a:endParaRPr lang="fr-CA"/>
          </a:p>
        </p:txBody>
      </p:sp>
    </p:spTree>
    <p:extLst>
      <p:ext uri="{BB962C8B-B14F-4D97-AF65-F5344CB8AC3E}">
        <p14:creationId xmlns:p14="http://schemas.microsoft.com/office/powerpoint/2010/main" val="13221090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4/16/2026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4/16/2026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4/16/2026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4/16/2026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4/16/2026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4/16/2026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4/16/2026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4/16/2026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4/16/2026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4/16/2026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4/16/2026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4/16/2026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dirty="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dirty="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dirty="0"/>
              <a:t>Figure 1 : Distribution courante et historique du chevalier cuivré (</a:t>
            </a:r>
            <a:r>
              <a:rPr lang="fr-CA" sz="1200" i="1" dirty="0" err="1"/>
              <a:t>Moxostoma</a:t>
            </a:r>
            <a:r>
              <a:rPr lang="fr-CA" sz="1200" i="1" dirty="0"/>
              <a:t> </a:t>
            </a:r>
            <a:r>
              <a:rPr lang="fr-CA" sz="1200" i="1" dirty="0" err="1"/>
              <a:t>hubbsi</a:t>
            </a:r>
            <a:r>
              <a:rPr lang="fr-CA" sz="1200" dirty="0"/>
              <a:t>) au Québec, Canada ; tiré de </a:t>
            </a:r>
            <a:r>
              <a:rPr lang="fr-CA" sz="1200" dirty="0" err="1"/>
              <a:t>Bannester</a:t>
            </a:r>
            <a:r>
              <a:rPr lang="fr-CA" sz="1200" dirty="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dirty="0"/>
              <a:t>Traits d’histoire de vie</a:t>
            </a:r>
          </a:p>
        </p:txBody>
      </p:sp>
      <p:sp>
        <p:nvSpPr>
          <p:cNvPr id="3" name="Espace réservé du contenu 2">
            <a:extLst>
              <a:ext uri="{FF2B5EF4-FFF2-40B4-BE49-F238E27FC236}">
                <a16:creationId xmlns:a16="http://schemas.microsoft.com/office/drawing/2014/main" id="{08F967FB-148E-F4FA-95FA-17BCCB19C653}"/>
              </a:ext>
            </a:extLst>
          </p:cNvPr>
          <p:cNvSpPr>
            <a:spLocks noGrp="1"/>
          </p:cNvSpPr>
          <p:nvPr>
            <p:ph idx="1"/>
          </p:nvPr>
        </p:nvSpPr>
        <p:spPr/>
        <p:txBody>
          <a:bodyPr/>
          <a:lstStyle/>
          <a:p>
            <a:pPr>
              <a:lnSpc>
                <a:spcPct val="200000"/>
              </a:lnSpc>
            </a:pPr>
            <a:r>
              <a:rPr lang="fr-CA" dirty="0"/>
              <a:t>Maturité sexuelle à 10 ans</a:t>
            </a:r>
          </a:p>
          <a:p>
            <a:pPr>
              <a:lnSpc>
                <a:spcPct val="200000"/>
              </a:lnSpc>
            </a:pPr>
            <a:r>
              <a:rPr lang="fr-CA" dirty="0"/>
              <a:t>Espérance de vie &gt;30 ans</a:t>
            </a:r>
          </a:p>
          <a:p>
            <a:pPr>
              <a:lnSpc>
                <a:spcPct val="200000"/>
              </a:lnSpc>
            </a:pPr>
            <a:r>
              <a:rPr lang="fr-CA" dirty="0"/>
              <a:t>Produit plus d’œufs par kg de tous chevaliers</a:t>
            </a:r>
          </a:p>
          <a:p>
            <a:pPr>
              <a:lnSpc>
                <a:spcPct val="200000"/>
              </a:lnSpc>
            </a:pPr>
            <a:r>
              <a:rPr lang="fr-CA" dirty="0"/>
              <a:t>2 sites de fraie connus</a:t>
            </a:r>
          </a:p>
        </p:txBody>
      </p:sp>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dirty="0"/>
              <a:t>(</a:t>
            </a:r>
            <a:r>
              <a:rPr lang="fr-CA" sz="1200" dirty="0" err="1"/>
              <a:t>Mongeau</a:t>
            </a:r>
            <a:r>
              <a:rPr lang="fr-CA" sz="1200" dirty="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dirty="0"/>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endParaRPr lang="fr-CA" dirty="0"/>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dirty="0"/>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dirty="0"/>
              <a:t>Fragmentation de l’habitat</a:t>
            </a:r>
          </a:p>
          <a:p>
            <a:pPr>
              <a:lnSpc>
                <a:spcPct val="200000"/>
              </a:lnSpc>
            </a:pPr>
            <a:r>
              <a:rPr lang="fr-CA" dirty="0"/>
              <a:t>Pollution</a:t>
            </a:r>
          </a:p>
          <a:p>
            <a:pPr>
              <a:lnSpc>
                <a:spcPct val="200000"/>
              </a:lnSpc>
            </a:pPr>
            <a:r>
              <a:rPr lang="fr-CA" dirty="0"/>
              <a:t>Espèces envahissantes (Tanche et Gobie à taches noires) </a:t>
            </a:r>
          </a:p>
          <a:p>
            <a:pPr>
              <a:lnSpc>
                <a:spcPct val="200000"/>
              </a:lnSpc>
            </a:pPr>
            <a:r>
              <a:rPr lang="fr-CA" dirty="0"/>
              <a:t>Changements climatiques</a:t>
            </a:r>
          </a:p>
          <a:p>
            <a:pPr>
              <a:lnSpc>
                <a:spcPct val="200000"/>
              </a:lnSpc>
            </a:pPr>
            <a:endParaRPr lang="fr-CA" dirty="0"/>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dirty="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dirty="0"/>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dirty="0"/>
              <a:t>Passe à poisson au Canal Saint-Ours</a:t>
            </a:r>
          </a:p>
          <a:p>
            <a:pPr>
              <a:lnSpc>
                <a:spcPct val="200000"/>
              </a:lnSpc>
            </a:pPr>
            <a:r>
              <a:rPr lang="fr-CA" dirty="0"/>
              <a:t>Protection du site de fraie de Chambly</a:t>
            </a:r>
          </a:p>
          <a:p>
            <a:pPr>
              <a:lnSpc>
                <a:spcPct val="200000"/>
              </a:lnSpc>
            </a:pPr>
            <a:r>
              <a:rPr lang="fr-CA" dirty="0"/>
              <a:t>Changement à la loi sur la pêche</a:t>
            </a:r>
          </a:p>
          <a:p>
            <a:pPr>
              <a:lnSpc>
                <a:spcPct val="200000"/>
              </a:lnSpc>
            </a:pPr>
            <a:r>
              <a:rPr lang="fr-CA" dirty="0"/>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dirty="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dirty="0"/>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dirty="0"/>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dirty="0"/>
              <a:t>Adultes : Étude avec tailles et fécondités (</a:t>
            </a:r>
            <a:r>
              <a:rPr lang="fr-CA" dirty="0" err="1"/>
              <a:t>Mongeau</a:t>
            </a:r>
            <a:r>
              <a:rPr lang="fr-CA" dirty="0"/>
              <a:t> et al., 1986 ; </a:t>
            </a:r>
            <a:r>
              <a:rPr lang="fr-CA" dirty="0" err="1"/>
              <a:t>Mongeau</a:t>
            </a:r>
            <a:r>
              <a:rPr lang="fr-CA" dirty="0"/>
              <a:t> et al., 1992)</a:t>
            </a:r>
          </a:p>
          <a:p>
            <a:r>
              <a:rPr lang="fr-CA" dirty="0"/>
              <a:t>Subadultes : Proviennent des chevaliers élevés en captivité (Vachon 2020, 2021b,c)</a:t>
            </a:r>
          </a:p>
          <a:p>
            <a:pPr lvl="1"/>
            <a:endParaRPr lang="fr-CA" dirty="0"/>
          </a:p>
          <a:p>
            <a:pPr lvl="1"/>
            <a:endParaRPr lang="fr-CA" dirty="0"/>
          </a:p>
          <a:p>
            <a:r>
              <a:rPr lang="fr-CA" dirty="0"/>
              <a:t>Résultat : 3 Matrice de Leslie</a:t>
            </a:r>
          </a:p>
          <a:p>
            <a:pPr lvl="1"/>
            <a:r>
              <a:rPr lang="fr-CA" dirty="0"/>
              <a:t>Mesurée (</a:t>
            </a:r>
            <a:r>
              <a:rPr lang="el-GR" dirty="0"/>
              <a:t>λ </a:t>
            </a:r>
            <a:r>
              <a:rPr lang="fr-CA" dirty="0"/>
              <a:t>= 0.957)</a:t>
            </a:r>
          </a:p>
          <a:p>
            <a:pPr lvl="1"/>
            <a:r>
              <a:rPr lang="fr-CA" dirty="0"/>
              <a:t>Menacée (</a:t>
            </a:r>
            <a:r>
              <a:rPr lang="el-GR" dirty="0"/>
              <a:t>λ </a:t>
            </a:r>
            <a:r>
              <a:rPr lang="fr-CA" dirty="0"/>
              <a:t>= 0.984)</a:t>
            </a:r>
          </a:p>
          <a:p>
            <a:pPr lvl="1"/>
            <a:r>
              <a:rPr lang="fr-CA" dirty="0"/>
              <a:t>Nulle (</a:t>
            </a:r>
            <a:r>
              <a:rPr lang="el-GR" dirty="0"/>
              <a:t>λ </a:t>
            </a:r>
            <a:r>
              <a:rPr lang="fr-CA" dirty="0"/>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dirty="0"/>
              <a:t>Tableau 1 : Valeurs de la matrice de Leslie mesurées. Tiré de </a:t>
            </a:r>
            <a:r>
              <a:rPr lang="fr-CA" sz="1200" dirty="0" err="1"/>
              <a:t>Bannester</a:t>
            </a:r>
            <a:r>
              <a:rPr lang="fr-CA" sz="1200" dirty="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dirty="0"/>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dirty="0"/>
              <a:t>Figure 2 : À gauche, résultats de l’étude de </a:t>
            </a:r>
            <a:r>
              <a:rPr lang="fr-CA" sz="1600" noProof="0" dirty="0" err="1"/>
              <a:t>Bannester</a:t>
            </a:r>
            <a:r>
              <a:rPr lang="fr-CA" sz="1600" noProof="0" dirty="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3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852863"/>
            <a:ext cx="9601200" cy="1077218"/>
          </a:xfrm>
          <a:prstGeom prst="rect">
            <a:avLst/>
          </a:prstGeom>
          <a:noFill/>
        </p:spPr>
        <p:txBody>
          <a:bodyPr wrap="square" rtlCol="0">
            <a:spAutoFit/>
          </a:bodyPr>
          <a:lstStyle/>
          <a:p>
            <a:pPr algn="just"/>
            <a:r>
              <a:rPr lang="fr-CA" sz="1600" noProof="0" dirty="0"/>
              <a:t>Figure 4 : À gauche, résultats de l’étude de </a:t>
            </a:r>
            <a:r>
              <a:rPr lang="fr-CA" sz="1600" noProof="0" dirty="0" err="1"/>
              <a:t>Bannester</a:t>
            </a:r>
            <a:r>
              <a:rPr lang="fr-CA" sz="1600" noProof="0" dirty="0"/>
              <a:t>-Marchand et al. (2025), à droite, résultats de notre analyse. Est représenté :</a:t>
            </a:r>
            <a:r>
              <a:rPr lang="fr-CA" sz="1600" dirty="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pic>
        <p:nvPicPr>
          <p:cNvPr id="6" name="Image 5">
            <a:extLst>
              <a:ext uri="{FF2B5EF4-FFF2-40B4-BE49-F238E27FC236}">
                <a16:creationId xmlns:a16="http://schemas.microsoft.com/office/drawing/2014/main" id="{57A977B4-F0B7-1A94-5F50-6DB61D43BE7B}"/>
              </a:ext>
            </a:extLst>
          </p:cNvPr>
          <p:cNvPicPr>
            <a:picLocks noChangeAspect="1"/>
          </p:cNvPicPr>
          <p:nvPr/>
        </p:nvPicPr>
        <p:blipFill>
          <a:blip r:embed="rId2"/>
          <a:stretch>
            <a:fillRect/>
          </a:stretch>
        </p:blipFill>
        <p:spPr>
          <a:xfrm>
            <a:off x="1133475" y="1149359"/>
            <a:ext cx="4962525" cy="3417648"/>
          </a:xfrm>
          <a:prstGeom prst="rect">
            <a:avLst/>
          </a:prstGeom>
        </p:spPr>
      </p:pic>
      <p:pic>
        <p:nvPicPr>
          <p:cNvPr id="10" name="Image 9">
            <a:extLst>
              <a:ext uri="{FF2B5EF4-FFF2-40B4-BE49-F238E27FC236}">
                <a16:creationId xmlns:a16="http://schemas.microsoft.com/office/drawing/2014/main" id="{8F3BD6FE-B164-B9F2-09BB-32BB144C5117}"/>
              </a:ext>
            </a:extLst>
          </p:cNvPr>
          <p:cNvPicPr>
            <a:picLocks noChangeAspect="1"/>
          </p:cNvPicPr>
          <p:nvPr/>
        </p:nvPicPr>
        <p:blipFill>
          <a:blip r:embed="rId3">
            <a:extLst>
              <a:ext uri="{28A0092B-C50C-407E-A947-70E740481C1C}">
                <a14:useLocalDpi xmlns:a14="http://schemas.microsoft.com/office/drawing/2010/main" val="0"/>
              </a:ext>
            </a:extLst>
          </a:blip>
          <a:srcRect t="7092"/>
          <a:stretch>
            <a:fillRect/>
          </a:stretch>
        </p:blipFill>
        <p:spPr>
          <a:xfrm>
            <a:off x="6096000" y="927919"/>
            <a:ext cx="5222494" cy="3639088"/>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r>
              <a:rPr lang="fr-CA" dirty="0"/>
              <a:t>Discussion</a:t>
            </a:r>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a:lstStyle/>
          <a:p>
            <a:pPr>
              <a:lnSpc>
                <a:spcPct val="200000"/>
              </a:lnSpc>
            </a:pPr>
            <a:r>
              <a:rPr lang="fr-CA" dirty="0"/>
              <a:t>Augmenté ensemencement niveau proposé par Bernatchez (2004) = effet négligeable</a:t>
            </a:r>
          </a:p>
          <a:p>
            <a:pPr>
              <a:lnSpc>
                <a:spcPct val="200000"/>
              </a:lnSpc>
            </a:pPr>
            <a:r>
              <a:rPr lang="fr-CA" dirty="0"/>
              <a:t>Recommandation à mettre en place : ensemencement d’individus plus âgés (en plus)</a:t>
            </a:r>
          </a:p>
          <a:p>
            <a:pPr>
              <a:lnSpc>
                <a:spcPct val="200000"/>
              </a:lnSpc>
            </a:pPr>
            <a:r>
              <a:rPr lang="fr-CA" dirty="0"/>
              <a:t>Ensemencement d’âge 10 = théoriquement le mieux, mais…</a:t>
            </a:r>
            <a:br>
              <a:rPr lang="fr-CA" dirty="0"/>
            </a:br>
            <a:r>
              <a:rPr lang="fr-CA" dirty="0"/>
              <a:t> possibilité de phénotype ou comportements mal adaptés (Roberts et al., 2011)</a:t>
            </a:r>
          </a:p>
          <a:p>
            <a:pPr>
              <a:lnSpc>
                <a:spcPct val="200000"/>
              </a:lnSpc>
            </a:pPr>
            <a:endParaRPr lang="fr-CA" dirty="0"/>
          </a:p>
        </p:txBody>
      </p:sp>
    </p:spTree>
    <p:extLst>
      <p:ext uri="{BB962C8B-B14F-4D97-AF65-F5344CB8AC3E}">
        <p14:creationId xmlns:p14="http://schemas.microsoft.com/office/powerpoint/2010/main" val="400772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94E064B-C271-D942-847D-C57AA49309EB}"/>
              </a:ext>
            </a:extLst>
          </p:cNvPr>
          <p:cNvSpPr>
            <a:spLocks noGrp="1"/>
          </p:cNvSpPr>
          <p:nvPr>
            <p:ph type="title"/>
          </p:nvPr>
        </p:nvSpPr>
        <p:spPr>
          <a:xfrm>
            <a:off x="704087" y="559063"/>
            <a:ext cx="3306747" cy="5256025"/>
          </a:xfrm>
        </p:spPr>
        <p:txBody>
          <a:bodyPr>
            <a:normAutofit/>
          </a:bodyPr>
          <a:lstStyle/>
          <a:p>
            <a:r>
              <a:rPr lang="fr-CA" sz="3600"/>
              <a:t>Impact sur la conservation</a:t>
            </a:r>
          </a:p>
        </p:txBody>
      </p:sp>
      <p:sp>
        <p:nvSpPr>
          <p:cNvPr id="3" name="Espace réservé du contenu 2">
            <a:extLst>
              <a:ext uri="{FF2B5EF4-FFF2-40B4-BE49-F238E27FC236}">
                <a16:creationId xmlns:a16="http://schemas.microsoft.com/office/drawing/2014/main" id="{985811B9-89CF-1E2E-CD4B-69C7E3D221C2}"/>
              </a:ext>
            </a:extLst>
          </p:cNvPr>
          <p:cNvSpPr>
            <a:spLocks noGrp="1"/>
          </p:cNvSpPr>
          <p:nvPr>
            <p:ph idx="1"/>
          </p:nvPr>
        </p:nvSpPr>
        <p:spPr>
          <a:xfrm>
            <a:off x="4643022" y="622249"/>
            <a:ext cx="6844892" cy="5639712"/>
          </a:xfrm>
        </p:spPr>
        <p:txBody>
          <a:bodyPr>
            <a:normAutofit/>
          </a:bodyPr>
          <a:lstStyle/>
          <a:p>
            <a:pPr>
              <a:lnSpc>
                <a:spcPct val="200000"/>
              </a:lnSpc>
            </a:pPr>
            <a:r>
              <a:rPr lang="fr-CA" dirty="0"/>
              <a:t>Ensemencement encore nécessaire pour l’instant (Figure 2)</a:t>
            </a:r>
          </a:p>
          <a:p>
            <a:pPr marL="0" indent="0">
              <a:lnSpc>
                <a:spcPct val="200000"/>
              </a:lnSpc>
              <a:buNone/>
            </a:pPr>
            <a:endParaRPr lang="fr-CA" dirty="0"/>
          </a:p>
          <a:p>
            <a:pPr>
              <a:lnSpc>
                <a:spcPct val="200000"/>
              </a:lnSpc>
            </a:pPr>
            <a:r>
              <a:rPr lang="fr-CA" dirty="0"/>
              <a:t>Déclin potentiel de 80% selon nos résultats donc confirme statut en voie de disparition</a:t>
            </a:r>
          </a:p>
          <a:p>
            <a:pPr lvl="1">
              <a:lnSpc>
                <a:spcPct val="200000"/>
              </a:lnSpc>
            </a:pPr>
            <a:r>
              <a:rPr lang="fr-CA" sz="2000" dirty="0"/>
              <a:t>Donc action nécessaire</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806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66DD8-8219-CF1B-134B-3A3C1821891D}"/>
              </a:ext>
            </a:extLst>
          </p:cNvPr>
          <p:cNvSpPr>
            <a:spLocks noGrp="1"/>
          </p:cNvSpPr>
          <p:nvPr>
            <p:ph type="title"/>
          </p:nvPr>
        </p:nvSpPr>
        <p:spPr/>
        <p:txBody>
          <a:bodyPr/>
          <a:lstStyle/>
          <a:p>
            <a:r>
              <a:rPr lang="fr-CA"/>
              <a:t>Limitations de l’étude</a:t>
            </a:r>
            <a:endParaRPr lang="fr-CA" dirty="0"/>
          </a:p>
        </p:txBody>
      </p:sp>
      <p:sp>
        <p:nvSpPr>
          <p:cNvPr id="3" name="Espace réservé du contenu 2">
            <a:extLst>
              <a:ext uri="{FF2B5EF4-FFF2-40B4-BE49-F238E27FC236}">
                <a16:creationId xmlns:a16="http://schemas.microsoft.com/office/drawing/2014/main" id="{76E70E93-C46E-8BE3-F6AA-2FF55DA44A33}"/>
              </a:ext>
            </a:extLst>
          </p:cNvPr>
          <p:cNvSpPr>
            <a:spLocks noGrp="1"/>
          </p:cNvSpPr>
          <p:nvPr>
            <p:ph idx="1"/>
          </p:nvPr>
        </p:nvSpPr>
        <p:spPr/>
        <p:txBody>
          <a:bodyPr/>
          <a:lstStyle/>
          <a:p>
            <a:pPr>
              <a:lnSpc>
                <a:spcPct val="200000"/>
              </a:lnSpc>
            </a:pPr>
            <a:r>
              <a:rPr lang="fr-CA"/>
              <a:t>N'inclue pas de facteurs de prédation ou de dégradation de l’habitat</a:t>
            </a:r>
          </a:p>
          <a:p>
            <a:pPr>
              <a:lnSpc>
                <a:spcPct val="200000"/>
              </a:lnSpc>
            </a:pPr>
            <a:r>
              <a:rPr lang="fr-CA"/>
              <a:t>Valeurs stades juvéniles tirées de Dahlberg (1979) = pas des </a:t>
            </a:r>
            <a:r>
              <a:rPr lang="fr-CA" i="1"/>
              <a:t>M.</a:t>
            </a:r>
            <a:r>
              <a:rPr lang="fr-CA"/>
              <a:t> </a:t>
            </a:r>
            <a:r>
              <a:rPr lang="fr-CA" i="1"/>
              <a:t>hubbsi </a:t>
            </a:r>
            <a:r>
              <a:rPr lang="fr-CA"/>
              <a:t>(surestimation possible)</a:t>
            </a:r>
          </a:p>
          <a:p>
            <a:pPr>
              <a:lnSpc>
                <a:spcPct val="200000"/>
              </a:lnSpc>
            </a:pPr>
            <a:r>
              <a:rPr lang="fr-CA"/>
              <a:t>Survie des ensemencements = survie des sauvages</a:t>
            </a:r>
          </a:p>
          <a:p>
            <a:pPr>
              <a:lnSpc>
                <a:spcPct val="200000"/>
              </a:lnSpc>
            </a:pPr>
            <a:r>
              <a:rPr lang="fr-CA"/>
              <a:t>Impossible individus &gt;30 ans</a:t>
            </a:r>
          </a:p>
          <a:p>
            <a:pPr>
              <a:lnSpc>
                <a:spcPct val="200000"/>
              </a:lnSpc>
            </a:pPr>
            <a:r>
              <a:rPr lang="fr-CA"/>
              <a:t>Pas d’impact de la génétique</a:t>
            </a:r>
            <a:endParaRPr lang="fr-CA" dirty="0"/>
          </a:p>
        </p:txBody>
      </p:sp>
    </p:spTree>
    <p:extLst>
      <p:ext uri="{BB962C8B-B14F-4D97-AF65-F5344CB8AC3E}">
        <p14:creationId xmlns:p14="http://schemas.microsoft.com/office/powerpoint/2010/main" val="18967082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6592201-F93D-A145-140C-4ED4769B3007}"/>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Partie 2</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13593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C2D6A5-520A-776E-E0CF-3651506DA145}"/>
              </a:ext>
            </a:extLst>
          </p:cNvPr>
          <p:cNvSpPr>
            <a:spLocks noGrp="1"/>
          </p:cNvSpPr>
          <p:nvPr>
            <p:ph type="title"/>
          </p:nvPr>
        </p:nvSpPr>
        <p:spPr/>
        <p:txBody>
          <a:bodyPr/>
          <a:lstStyle/>
          <a:p>
            <a:endParaRPr lang="fr-CA"/>
          </a:p>
        </p:txBody>
      </p:sp>
      <p:sp>
        <p:nvSpPr>
          <p:cNvPr id="3" name="Espace réservé du contenu 2">
            <a:extLst>
              <a:ext uri="{FF2B5EF4-FFF2-40B4-BE49-F238E27FC236}">
                <a16:creationId xmlns:a16="http://schemas.microsoft.com/office/drawing/2014/main" id="{38AAA12E-716D-5899-9938-9C062F7A14B4}"/>
              </a:ext>
            </a:extLst>
          </p:cNvPr>
          <p:cNvSpPr>
            <a:spLocks noGrp="1"/>
          </p:cNvSpPr>
          <p:nvPr>
            <p:ph idx="1"/>
          </p:nvPr>
        </p:nvSpPr>
        <p:spPr/>
        <p:txBody>
          <a:bodyPr/>
          <a:lstStyle/>
          <a:p>
            <a:endParaRPr lang="fr-CA"/>
          </a:p>
        </p:txBody>
      </p:sp>
    </p:spTree>
    <p:extLst>
      <p:ext uri="{BB962C8B-B14F-4D97-AF65-F5344CB8AC3E}">
        <p14:creationId xmlns:p14="http://schemas.microsoft.com/office/powerpoint/2010/main" val="374448037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404</TotalTime>
  <Words>675</Words>
  <Application>Microsoft Office PowerPoint</Application>
  <PresentationFormat>Grand écran</PresentationFormat>
  <Paragraphs>65</Paragraphs>
  <Slides>17</Slides>
  <Notes>2</Notes>
  <HiddenSlides>0</HiddenSlides>
  <MMClips>0</MMClips>
  <ScaleCrop>false</ScaleCrop>
  <HeadingPairs>
    <vt:vector size="4" baseType="variant">
      <vt:variant>
        <vt:lpstr>Thème</vt:lpstr>
      </vt:variant>
      <vt:variant>
        <vt:i4>1</vt:i4>
      </vt:variant>
      <vt:variant>
        <vt:lpstr>Titres des diapositives</vt:lpstr>
      </vt:variant>
      <vt:variant>
        <vt:i4>17</vt:i4>
      </vt:variant>
    </vt:vector>
  </HeadingPairs>
  <TitlesOfParts>
    <vt:vector size="18" baseType="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Résultats</vt:lpstr>
      <vt:lpstr>Présentation PowerPoint</vt:lpstr>
      <vt:lpstr>Présentation PowerPoint</vt:lpstr>
      <vt:lpstr>Discussion</vt:lpstr>
      <vt:lpstr>Impact sur la conservation</vt:lpstr>
      <vt:lpstr>Limitations de l’étude</vt:lpstr>
      <vt:lpstr>Partie 2</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2</cp:revision>
  <dcterms:created xsi:type="dcterms:W3CDTF">2026-04-15T19:59:23Z</dcterms:created>
  <dcterms:modified xsi:type="dcterms:W3CDTF">2026-04-16T15:59:01Z</dcterms:modified>
</cp:coreProperties>
</file>
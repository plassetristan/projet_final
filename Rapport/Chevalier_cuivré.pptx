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74" r:id="rId11"/>
    <p:sldId id="265" r:id="rId12"/>
    <p:sldId id="267" r:id="rId13"/>
    <p:sldId id="269" r:id="rId14"/>
    <p:sldId id="266" r:id="rId15"/>
    <p:sldId id="270" r:id="rId16"/>
    <p:sldId id="271" r:id="rId17"/>
    <p:sldId id="272" r:id="rId18"/>
    <p:sldId id="284" r:id="rId19"/>
    <p:sldId id="273" r:id="rId20"/>
    <p:sldId id="275" r:id="rId21"/>
    <p:sldId id="276" r:id="rId22"/>
    <p:sldId id="277" r:id="rId23"/>
    <p:sldId id="279" r:id="rId24"/>
    <p:sldId id="278" r:id="rId25"/>
    <p:sldId id="280" r:id="rId26"/>
    <p:sldId id="281" r:id="rId27"/>
    <p:sldId id="282" r:id="rId28"/>
    <p:sldId id="283"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30DD41-0FF5-535A-0B19-7E7866333F2B}" v="749" dt="2026-04-17T03:37:47.448"/>
    <p1510:client id="{A04B8DB3-0E07-4C81-8CE6-75F1F7AC2095}" v="258" dt="2026-04-17T03:35:32.8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sldOrd addMainMaster delMainMaster">
      <pc:chgData name="Tristan Plasse" userId="13c698b9-43c4-4271-b359-faaadca0774b" providerId="ADAL" clId="{FE460185-D4AE-4375-BA71-CD1D7F2341F0}" dt="2026-04-17T03:35:32.830" v="5673" actId="20577"/>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delSp modSp new mod">
        <pc:chgData name="Tristan Plasse" userId="13c698b9-43c4-4271-b359-faaadca0774b" providerId="ADAL" clId="{FE460185-D4AE-4375-BA71-CD1D7F2341F0}" dt="2026-04-17T03:31:41.256" v="5597" actId="2660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del mod">
          <ac:chgData name="Tristan Plasse" userId="13c698b9-43c4-4271-b359-faaadca0774b" providerId="ADAL" clId="{FE460185-D4AE-4375-BA71-CD1D7F2341F0}" dt="2026-04-17T03:31:41.256" v="5597" actId="26606"/>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graphicFrameChg chg="add">
          <ac:chgData name="Tristan Plasse" userId="13c698b9-43c4-4271-b359-faaadca0774b" providerId="ADAL" clId="{FE460185-D4AE-4375-BA71-CD1D7F2341F0}" dt="2026-04-17T03:31:41.256" v="5597" actId="26606"/>
          <ac:graphicFrameMkLst>
            <pc:docMk/>
            <pc:sldMk cId="2350281507" sldId="258"/>
            <ac:graphicFrameMk id="6" creationId="{5A794BAE-EB09-B02E-F77D-B89EA998F569}"/>
          </ac:graphicFrameMkLst>
        </pc:graphicFrame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7T02:33:59.954" v="5483"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7T02:33:59.954" v="5483"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modSp new mod modNotesTx">
        <pc:chgData name="Tristan Plasse" userId="13c698b9-43c4-4271-b359-faaadca0774b" providerId="ADAL" clId="{FE460185-D4AE-4375-BA71-CD1D7F2341F0}" dt="2026-04-16T02:27:57.490" v="3588"/>
        <pc:sldMkLst>
          <pc:docMk/>
          <pc:sldMk cId="400772557" sldId="266"/>
        </pc:sldMkLst>
        <pc:spChg chg="mod">
          <ac:chgData name="Tristan Plasse" userId="13c698b9-43c4-4271-b359-faaadca0774b" providerId="ADAL" clId="{FE460185-D4AE-4375-BA71-CD1D7F2341F0}" dt="2026-04-16T01:36:18.826" v="3023" actId="20577"/>
          <ac:spMkLst>
            <pc:docMk/>
            <pc:sldMk cId="400772557" sldId="266"/>
            <ac:spMk id="2" creationId="{B602546B-6E81-B2EF-AF4D-70A2BABCE52E}"/>
          </ac:spMkLst>
        </pc:spChg>
        <pc:spChg chg="mod">
          <ac:chgData name="Tristan Plasse" userId="13c698b9-43c4-4271-b359-faaadca0774b" providerId="ADAL" clId="{FE460185-D4AE-4375-BA71-CD1D7F2341F0}" dt="2026-04-16T02:27:57.490" v="3588"/>
          <ac:spMkLst>
            <pc:docMk/>
            <pc:sldMk cId="400772557" sldId="266"/>
            <ac:spMk id="3" creationId="{7C8FECE2-37AA-AFF5-7D1E-A6F3BA91F380}"/>
          </ac:spMkLst>
        </pc:spChg>
      </pc:sldChg>
      <pc:sldChg chg="addSp delSp modSp add mod">
        <pc:chgData name="Tristan Plasse" userId="13c698b9-43c4-4271-b359-faaadca0774b" providerId="ADAL" clId="{FE460185-D4AE-4375-BA71-CD1D7F2341F0}" dt="2026-04-17T02:34:03.567" v="5485" actId="20577"/>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7T02:34:03.567" v="5485" actId="20577"/>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7T02:34:06.531" v="5487" actId="20577"/>
        <pc:sldMkLst>
          <pc:docMk/>
          <pc:sldMk cId="4073645163" sldId="269"/>
        </pc:sldMkLst>
        <pc:spChg chg="mod">
          <ac:chgData name="Tristan Plasse" userId="13c698b9-43c4-4271-b359-faaadca0774b" providerId="ADAL" clId="{FE460185-D4AE-4375-BA71-CD1D7F2341F0}" dt="2026-04-17T02:34:06.531" v="5487" actId="20577"/>
          <ac:spMkLst>
            <pc:docMk/>
            <pc:sldMk cId="4073645163" sldId="269"/>
            <ac:spMk id="12" creationId="{C9FAF4E8-FBA0-C1B3-18B7-2833B15C2E5C}"/>
          </ac:spMkLst>
        </pc:spChg>
        <pc:picChg chg="add del mod">
          <ac:chgData name="Tristan Plasse" userId="13c698b9-43c4-4271-b359-faaadca0774b" providerId="ADAL" clId="{FE460185-D4AE-4375-BA71-CD1D7F2341F0}" dt="2026-04-16T01:31:08.732" v="2614" actId="478"/>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add mod">
          <ac:chgData name="Tristan Plasse" userId="13c698b9-43c4-4271-b359-faaadca0774b" providerId="ADAL" clId="{FE460185-D4AE-4375-BA71-CD1D7F2341F0}" dt="2026-04-16T01:33:17.443" v="2633" actId="14100"/>
          <ac:picMkLst>
            <pc:docMk/>
            <pc:sldMk cId="4073645163" sldId="269"/>
            <ac:picMk id="6" creationId="{57A977B4-F0B7-1A94-5F50-6DB61D43BE7B}"/>
          </ac:picMkLst>
        </pc:picChg>
        <pc:picChg chg="add del mod">
          <ac:chgData name="Tristan Plasse" userId="13c698b9-43c4-4271-b359-faaadca0774b" providerId="ADAL" clId="{FE460185-D4AE-4375-BA71-CD1D7F2341F0}" dt="2026-04-16T01:32:08.871" v="2619" actId="478"/>
          <ac:picMkLst>
            <pc:docMk/>
            <pc:sldMk cId="4073645163" sldId="269"/>
            <ac:picMk id="8" creationId="{3D9401CE-DFEB-73AD-1B71-D0EE61988BBC}"/>
          </ac:picMkLst>
        </pc:picChg>
        <pc:picChg chg="add mod modCrop">
          <ac:chgData name="Tristan Plasse" userId="13c698b9-43c4-4271-b359-faaadca0774b" providerId="ADAL" clId="{FE460185-D4AE-4375-BA71-CD1D7F2341F0}" dt="2026-04-16T01:33:01.343" v="2631" actId="14100"/>
          <ac:picMkLst>
            <pc:docMk/>
            <pc:sldMk cId="4073645163" sldId="269"/>
            <ac:picMk id="10" creationId="{8F3BD6FE-B164-B9F2-09BB-32BB144C5117}"/>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Chg chg="addSp modSp new mod setBg">
        <pc:chgData name="Tristan Plasse" userId="13c698b9-43c4-4271-b359-faaadca0774b" providerId="ADAL" clId="{FE460185-D4AE-4375-BA71-CD1D7F2341F0}" dt="2026-04-17T02:34:17.176" v="5488" actId="20577"/>
        <pc:sldMkLst>
          <pc:docMk/>
          <pc:sldMk cId="960806995" sldId="270"/>
        </pc:sldMkLst>
        <pc:spChg chg="mod">
          <ac:chgData name="Tristan Plasse" userId="13c698b9-43c4-4271-b359-faaadca0774b" providerId="ADAL" clId="{FE460185-D4AE-4375-BA71-CD1D7F2341F0}" dt="2026-04-16T02:43:08.632" v="4114" actId="26606"/>
          <ac:spMkLst>
            <pc:docMk/>
            <pc:sldMk cId="960806995" sldId="270"/>
            <ac:spMk id="2" creationId="{E94E064B-C271-D942-847D-C57AA49309EB}"/>
          </ac:spMkLst>
        </pc:spChg>
        <pc:spChg chg="mod">
          <ac:chgData name="Tristan Plasse" userId="13c698b9-43c4-4271-b359-faaadca0774b" providerId="ADAL" clId="{FE460185-D4AE-4375-BA71-CD1D7F2341F0}" dt="2026-04-17T02:34:17.176" v="5488" actId="20577"/>
          <ac:spMkLst>
            <pc:docMk/>
            <pc:sldMk cId="960806995" sldId="270"/>
            <ac:spMk id="3" creationId="{985811B9-89CF-1E2E-CD4B-69C7E3D221C2}"/>
          </ac:spMkLst>
        </pc:spChg>
        <pc:spChg chg="add">
          <ac:chgData name="Tristan Plasse" userId="13c698b9-43c4-4271-b359-faaadca0774b" providerId="ADAL" clId="{FE460185-D4AE-4375-BA71-CD1D7F2341F0}" dt="2026-04-16T02:43:08.632" v="4114" actId="26606"/>
          <ac:spMkLst>
            <pc:docMk/>
            <pc:sldMk cId="960806995" sldId="270"/>
            <ac:spMk id="8" creationId="{5F710FDB-0919-493E-8539-8240C23F1EB2}"/>
          </ac:spMkLst>
        </pc:spChg>
        <pc:cxnChg chg="add">
          <ac:chgData name="Tristan Plasse" userId="13c698b9-43c4-4271-b359-faaadca0774b" providerId="ADAL" clId="{FE460185-D4AE-4375-BA71-CD1D7F2341F0}" dt="2026-04-16T02:43:08.632" v="4114" actId="26606"/>
          <ac:cxnSpMkLst>
            <pc:docMk/>
            <pc:sldMk cId="960806995" sldId="270"/>
            <ac:cxnSpMk id="10" creationId="{0AFF0B6C-73E2-4B40-9280-938C14922C87}"/>
          </ac:cxnSpMkLst>
        </pc:cxnChg>
      </pc:sldChg>
      <pc:sldChg chg="addSp delSp modSp new mod setBg">
        <pc:chgData name="Tristan Plasse" userId="13c698b9-43c4-4271-b359-faaadca0774b" providerId="ADAL" clId="{FE460185-D4AE-4375-BA71-CD1D7F2341F0}" dt="2026-04-16T02:43:04.560" v="4113" actId="26606"/>
        <pc:sldMkLst>
          <pc:docMk/>
          <pc:sldMk cId="1896708259" sldId="271"/>
        </pc:sldMkLst>
        <pc:spChg chg="mod">
          <ac:chgData name="Tristan Plasse" userId="13c698b9-43c4-4271-b359-faaadca0774b" providerId="ADAL" clId="{FE460185-D4AE-4375-BA71-CD1D7F2341F0}" dt="2026-04-16T02:43:04.560" v="4113" actId="26606"/>
          <ac:spMkLst>
            <pc:docMk/>
            <pc:sldMk cId="1896708259" sldId="271"/>
            <ac:spMk id="2" creationId="{8D966DD8-8219-CF1B-134B-3A3C1821891D}"/>
          </ac:spMkLst>
        </pc:spChg>
        <pc:spChg chg="mod">
          <ac:chgData name="Tristan Plasse" userId="13c698b9-43c4-4271-b359-faaadca0774b" providerId="ADAL" clId="{FE460185-D4AE-4375-BA71-CD1D7F2341F0}" dt="2026-04-16T02:43:04.560" v="4113" actId="26606"/>
          <ac:spMkLst>
            <pc:docMk/>
            <pc:sldMk cId="1896708259" sldId="271"/>
            <ac:spMk id="3" creationId="{76E70E93-C46E-8BE3-F6AA-2FF55DA44A33}"/>
          </ac:spMkLst>
        </pc:spChg>
        <pc:spChg chg="add del">
          <ac:chgData name="Tristan Plasse" userId="13c698b9-43c4-4271-b359-faaadca0774b" providerId="ADAL" clId="{FE460185-D4AE-4375-BA71-CD1D7F2341F0}" dt="2026-04-16T02:43:04.560" v="4113" actId="26606"/>
          <ac:spMkLst>
            <pc:docMk/>
            <pc:sldMk cId="1896708259" sldId="271"/>
            <ac:spMk id="8" creationId="{5F710FDB-0919-493E-8539-8240C23F1EB2}"/>
          </ac:spMkLst>
        </pc:spChg>
        <pc:cxnChg chg="add del">
          <ac:chgData name="Tristan Plasse" userId="13c698b9-43c4-4271-b359-faaadca0774b" providerId="ADAL" clId="{FE460185-D4AE-4375-BA71-CD1D7F2341F0}" dt="2026-04-16T02:43:04.560" v="4113" actId="26606"/>
          <ac:cxnSpMkLst>
            <pc:docMk/>
            <pc:sldMk cId="1896708259" sldId="271"/>
            <ac:cxnSpMk id="10" creationId="{0AFF0B6C-73E2-4B40-9280-938C14922C87}"/>
          </ac:cxnSpMkLst>
        </pc:cxnChg>
      </pc:sldChg>
      <pc:sldChg chg="addSp delSp modSp new mod setBg">
        <pc:chgData name="Tristan Plasse" userId="13c698b9-43c4-4271-b359-faaadca0774b" providerId="ADAL" clId="{FE460185-D4AE-4375-BA71-CD1D7F2341F0}" dt="2026-04-16T02:42:41.334" v="4108" actId="26606"/>
        <pc:sldMkLst>
          <pc:docMk/>
          <pc:sldMk cId="1681359310" sldId="272"/>
        </pc:sldMkLst>
        <pc:spChg chg="mod">
          <ac:chgData name="Tristan Plasse" userId="13c698b9-43c4-4271-b359-faaadca0774b" providerId="ADAL" clId="{FE460185-D4AE-4375-BA71-CD1D7F2341F0}" dt="2026-04-16T02:42:41.334" v="4108" actId="26606"/>
          <ac:spMkLst>
            <pc:docMk/>
            <pc:sldMk cId="1681359310" sldId="272"/>
            <ac:spMk id="2" creationId="{C6592201-F93D-A145-140C-4ED4769B3007}"/>
          </ac:spMkLst>
        </pc:spChg>
        <pc:spChg chg="del">
          <ac:chgData name="Tristan Plasse" userId="13c698b9-43c4-4271-b359-faaadca0774b" providerId="ADAL" clId="{FE460185-D4AE-4375-BA71-CD1D7F2341F0}" dt="2026-04-16T02:42:34.162" v="4107" actId="478"/>
          <ac:spMkLst>
            <pc:docMk/>
            <pc:sldMk cId="1681359310" sldId="272"/>
            <ac:spMk id="3" creationId="{73F2AA7A-9104-D0E1-A821-0144F482BC91}"/>
          </ac:spMkLst>
        </pc:spChg>
        <pc:spChg chg="add">
          <ac:chgData name="Tristan Plasse" userId="13c698b9-43c4-4271-b359-faaadca0774b" providerId="ADAL" clId="{FE460185-D4AE-4375-BA71-CD1D7F2341F0}" dt="2026-04-16T02:42:41.334" v="4108" actId="26606"/>
          <ac:spMkLst>
            <pc:docMk/>
            <pc:sldMk cId="1681359310" sldId="272"/>
            <ac:spMk id="11" creationId="{DEF92653-5D6D-47E6-8744-0DAF76E049C4}"/>
          </ac:spMkLst>
        </pc:spChg>
        <pc:cxnChg chg="add">
          <ac:chgData name="Tristan Plasse" userId="13c698b9-43c4-4271-b359-faaadca0774b" providerId="ADAL" clId="{FE460185-D4AE-4375-BA71-CD1D7F2341F0}" dt="2026-04-16T02:42:41.334" v="4108" actId="26606"/>
          <ac:cxnSpMkLst>
            <pc:docMk/>
            <pc:sldMk cId="1681359310" sldId="272"/>
            <ac:cxnSpMk id="7" creationId="{F64F9B95-9045-48D2-B9F3-2927E98F54AA}"/>
          </ac:cxnSpMkLst>
        </pc:cxnChg>
        <pc:cxnChg chg="add">
          <ac:chgData name="Tristan Plasse" userId="13c698b9-43c4-4271-b359-faaadca0774b" providerId="ADAL" clId="{FE460185-D4AE-4375-BA71-CD1D7F2341F0}" dt="2026-04-16T02:42:41.334" v="4108" actId="26606"/>
          <ac:cxnSpMkLst>
            <pc:docMk/>
            <pc:sldMk cId="1681359310" sldId="272"/>
            <ac:cxnSpMk id="9" creationId="{085AA86F-6A4D-4BCB-A045-D992CDC2959B}"/>
          </ac:cxnSpMkLst>
        </pc:cxnChg>
        <pc:cxnChg chg="add">
          <ac:chgData name="Tristan Plasse" userId="13c698b9-43c4-4271-b359-faaadca0774b" providerId="ADAL" clId="{FE460185-D4AE-4375-BA71-CD1D7F2341F0}" dt="2026-04-16T02:42:41.334" v="4108" actId="26606"/>
          <ac:cxnSpMkLst>
            <pc:docMk/>
            <pc:sldMk cId="1681359310" sldId="272"/>
            <ac:cxnSpMk id="13" creationId="{9CA98CE3-81A7-4FFE-A047-9AA65998D877}"/>
          </ac:cxnSpMkLst>
        </pc:cxnChg>
      </pc:sldChg>
      <pc:sldChg chg="addSp delSp modSp new mod">
        <pc:chgData name="Tristan Plasse" userId="13c698b9-43c4-4271-b359-faaadca0774b" providerId="ADAL" clId="{FE460185-D4AE-4375-BA71-CD1D7F2341F0}" dt="2026-04-17T01:04:48.253" v="4499" actId="14100"/>
        <pc:sldMkLst>
          <pc:docMk/>
          <pc:sldMk cId="3744480376" sldId="273"/>
        </pc:sldMkLst>
        <pc:spChg chg="mod">
          <ac:chgData name="Tristan Plasse" userId="13c698b9-43c4-4271-b359-faaadca0774b" providerId="ADAL" clId="{FE460185-D4AE-4375-BA71-CD1D7F2341F0}" dt="2026-04-17T00:44:40.484" v="4141" actId="20577"/>
          <ac:spMkLst>
            <pc:docMk/>
            <pc:sldMk cId="3744480376" sldId="273"/>
            <ac:spMk id="2" creationId="{0EC2D6A5-520A-776E-E0CF-3651506DA145}"/>
          </ac:spMkLst>
        </pc:spChg>
        <pc:spChg chg="mod">
          <ac:chgData name="Tristan Plasse" userId="13c698b9-43c4-4271-b359-faaadca0774b" providerId="ADAL" clId="{FE460185-D4AE-4375-BA71-CD1D7F2341F0}" dt="2026-04-17T01:03:16.916" v="4483" actId="2710"/>
          <ac:spMkLst>
            <pc:docMk/>
            <pc:sldMk cId="3744480376" sldId="273"/>
            <ac:spMk id="3" creationId="{38AAA12E-716D-5899-9938-9C062F7A14B4}"/>
          </ac:spMkLst>
        </pc:spChg>
        <pc:spChg chg="add del mod">
          <ac:chgData name="Tristan Plasse" userId="13c698b9-43c4-4271-b359-faaadca0774b" providerId="ADAL" clId="{FE460185-D4AE-4375-BA71-CD1D7F2341F0}" dt="2026-04-17T01:04:08.852" v="4491" actId="11529"/>
          <ac:spMkLst>
            <pc:docMk/>
            <pc:sldMk cId="3744480376" sldId="273"/>
            <ac:spMk id="10" creationId="{D0CF86B7-C7F6-1143-ED5A-D2A3BC154518}"/>
          </ac:spMkLst>
        </pc:spChg>
        <pc:spChg chg="add mod">
          <ac:chgData name="Tristan Plasse" userId="13c698b9-43c4-4271-b359-faaadca0774b" providerId="ADAL" clId="{FE460185-D4AE-4375-BA71-CD1D7F2341F0}" dt="2026-04-17T01:04:48.253" v="4499" actId="14100"/>
          <ac:spMkLst>
            <pc:docMk/>
            <pc:sldMk cId="3744480376" sldId="273"/>
            <ac:spMk id="11" creationId="{7548656C-186D-3220-0CDB-0A482B5D9824}"/>
          </ac:spMkLst>
        </pc:spChg>
        <pc:picChg chg="add mod">
          <ac:chgData name="Tristan Plasse" userId="13c698b9-43c4-4271-b359-faaadca0774b" providerId="ADAL" clId="{FE460185-D4AE-4375-BA71-CD1D7F2341F0}" dt="2026-04-17T01:03:20.603" v="4484" actId="1076"/>
          <ac:picMkLst>
            <pc:docMk/>
            <pc:sldMk cId="3744480376" sldId="273"/>
            <ac:picMk id="5" creationId="{9685D4F2-40A3-6B20-7AD7-ACCE12A4A00F}"/>
          </ac:picMkLst>
        </pc:picChg>
        <pc:picChg chg="add mod">
          <ac:chgData name="Tristan Plasse" userId="13c698b9-43c4-4271-b359-faaadca0774b" providerId="ADAL" clId="{FE460185-D4AE-4375-BA71-CD1D7F2341F0}" dt="2026-04-17T01:03:23.337" v="4485" actId="1076"/>
          <ac:picMkLst>
            <pc:docMk/>
            <pc:sldMk cId="3744480376" sldId="273"/>
            <ac:picMk id="7" creationId="{BB415FDE-9E57-650D-4644-A3CC764FDA45}"/>
          </ac:picMkLst>
        </pc:picChg>
        <pc:cxnChg chg="add del mod">
          <ac:chgData name="Tristan Plasse" userId="13c698b9-43c4-4271-b359-faaadca0774b" providerId="ADAL" clId="{FE460185-D4AE-4375-BA71-CD1D7F2341F0}" dt="2026-04-17T01:03:45.869" v="4487" actId="478"/>
          <ac:cxnSpMkLst>
            <pc:docMk/>
            <pc:sldMk cId="3744480376" sldId="273"/>
            <ac:cxnSpMk id="9" creationId="{8BE37D1B-F31A-9D61-8C1D-4BC41C8E9CAF}"/>
          </ac:cxnSpMkLst>
        </pc:cxnChg>
      </pc:sldChg>
      <pc:sldChg chg="addSp delSp modSp new mod setBg">
        <pc:chgData name="Tristan Plasse" userId="13c698b9-43c4-4271-b359-faaadca0774b" providerId="ADAL" clId="{FE460185-D4AE-4375-BA71-CD1D7F2341F0}" dt="2026-04-17T02:33:55.725" v="5481" actId="20577"/>
        <pc:sldMkLst>
          <pc:docMk/>
          <pc:sldMk cId="3943359794" sldId="274"/>
        </pc:sldMkLst>
        <pc:spChg chg="mod">
          <ac:chgData name="Tristan Plasse" userId="13c698b9-43c4-4271-b359-faaadca0774b" providerId="ADAL" clId="{FE460185-D4AE-4375-BA71-CD1D7F2341F0}" dt="2026-04-16T22:11:55.941" v="4134" actId="26606"/>
          <ac:spMkLst>
            <pc:docMk/>
            <pc:sldMk cId="3943359794" sldId="274"/>
            <ac:spMk id="2" creationId="{F3A5A10E-A61E-2445-131F-98F4232F9171}"/>
          </ac:spMkLst>
        </pc:spChg>
        <pc:spChg chg="add mod">
          <ac:chgData name="Tristan Plasse" userId="13c698b9-43c4-4271-b359-faaadca0774b" providerId="ADAL" clId="{FE460185-D4AE-4375-BA71-CD1D7F2341F0}" dt="2026-04-17T02:33:53.673" v="5479" actId="20577"/>
          <ac:spMkLst>
            <pc:docMk/>
            <pc:sldMk cId="3943359794" sldId="274"/>
            <ac:spMk id="3" creationId="{76DBA5CA-9694-DA50-372E-DE9E5298136C}"/>
          </ac:spMkLst>
        </pc:spChg>
        <pc:spChg chg="del">
          <ac:chgData name="Tristan Plasse" userId="13c698b9-43c4-4271-b359-faaadca0774b" providerId="ADAL" clId="{FE460185-D4AE-4375-BA71-CD1D7F2341F0}" dt="2026-04-16T21:59:01.265" v="4124" actId="478"/>
          <ac:spMkLst>
            <pc:docMk/>
            <pc:sldMk cId="3943359794" sldId="274"/>
            <ac:spMk id="3" creationId="{7D509329-D8E9-DC9D-AA20-8B13EE3B11C5}"/>
          </ac:spMkLst>
        </pc:spChg>
        <pc:spChg chg="add mod">
          <ac:chgData name="Tristan Plasse" userId="13c698b9-43c4-4271-b359-faaadca0774b" providerId="ADAL" clId="{FE460185-D4AE-4375-BA71-CD1D7F2341F0}" dt="2026-04-17T02:33:55.725" v="5481" actId="20577"/>
          <ac:spMkLst>
            <pc:docMk/>
            <pc:sldMk cId="3943359794" sldId="274"/>
            <ac:spMk id="4" creationId="{0975B400-8C59-591A-0177-77A6A072BEDE}"/>
          </ac:spMkLst>
        </pc:spChg>
        <pc:spChg chg="add">
          <ac:chgData name="Tristan Plasse" userId="13c698b9-43c4-4271-b359-faaadca0774b" providerId="ADAL" clId="{FE460185-D4AE-4375-BA71-CD1D7F2341F0}" dt="2026-04-16T21:59:01.625" v="4125"/>
          <ac:spMkLst>
            <pc:docMk/>
            <pc:sldMk cId="3943359794" sldId="274"/>
            <ac:spMk id="4" creationId="{52175E9E-193B-CABD-0847-D23BEF1F84FC}"/>
          </ac:spMkLst>
        </pc:spChg>
        <pc:spChg chg="add">
          <ac:chgData name="Tristan Plasse" userId="13c698b9-43c4-4271-b359-faaadca0774b" providerId="ADAL" clId="{FE460185-D4AE-4375-BA71-CD1D7F2341F0}" dt="2026-04-16T21:59:05.947" v="4126"/>
          <ac:spMkLst>
            <pc:docMk/>
            <pc:sldMk cId="3943359794" sldId="274"/>
            <ac:spMk id="5" creationId="{5C7006F9-8CAE-B5C4-8633-9F7A94BDC7FD}"/>
          </ac:spMkLst>
        </pc:spChg>
        <pc:spChg chg="add">
          <ac:chgData name="Tristan Plasse" userId="13c698b9-43c4-4271-b359-faaadca0774b" providerId="ADAL" clId="{FE460185-D4AE-4375-BA71-CD1D7F2341F0}" dt="2026-04-16T22:11:50.444" v="4131"/>
          <ac:spMkLst>
            <pc:docMk/>
            <pc:sldMk cId="3943359794" sldId="274"/>
            <ac:spMk id="8" creationId="{653D6F1D-B915-DB9E-2085-A8CC25F78665}"/>
          </ac:spMkLst>
        </pc:spChg>
        <pc:spChg chg="add">
          <ac:chgData name="Tristan Plasse" userId="13c698b9-43c4-4271-b359-faaadca0774b" providerId="ADAL" clId="{FE460185-D4AE-4375-BA71-CD1D7F2341F0}" dt="2026-04-16T22:11:55.941" v="4134" actId="26606"/>
          <ac:spMkLst>
            <pc:docMk/>
            <pc:sldMk cId="3943359794" sldId="274"/>
            <ac:spMk id="19" creationId="{341BFA31-6544-45C2-9DA0-9E1C5E0B1959}"/>
          </ac:spMkLst>
        </pc:spChg>
        <pc:picChg chg="add mod ord">
          <ac:chgData name="Tristan Plasse" userId="13c698b9-43c4-4271-b359-faaadca0774b" providerId="ADAL" clId="{FE460185-D4AE-4375-BA71-CD1D7F2341F0}" dt="2026-04-17T02:33:28.013" v="5473" actId="1076"/>
          <ac:picMkLst>
            <pc:docMk/>
            <pc:sldMk cId="3943359794" sldId="274"/>
            <ac:picMk id="7" creationId="{A7047DCF-1E5A-A37A-7B89-E425EBDB3458}"/>
          </ac:picMkLst>
        </pc:picChg>
        <pc:picChg chg="add mod">
          <ac:chgData name="Tristan Plasse" userId="13c698b9-43c4-4271-b359-faaadca0774b" providerId="ADAL" clId="{FE460185-D4AE-4375-BA71-CD1D7F2341F0}" dt="2026-04-17T02:31:23.145" v="5318" actId="1076"/>
          <ac:picMkLst>
            <pc:docMk/>
            <pc:sldMk cId="3943359794" sldId="274"/>
            <ac:picMk id="10" creationId="{9D9C65FB-6DB1-A9D5-4232-01BDE010BE4E}"/>
          </ac:picMkLst>
        </pc:picChg>
        <pc:cxnChg chg="add">
          <ac:chgData name="Tristan Plasse" userId="13c698b9-43c4-4271-b359-faaadca0774b" providerId="ADAL" clId="{FE460185-D4AE-4375-BA71-CD1D7F2341F0}" dt="2026-04-16T22:11:55.941" v="4134" actId="26606"/>
          <ac:cxnSpMkLst>
            <pc:docMk/>
            <pc:sldMk cId="3943359794" sldId="274"/>
            <ac:cxnSpMk id="15" creationId="{F64F9B95-9045-48D2-B9F3-2927E98F54AA}"/>
          </ac:cxnSpMkLst>
        </pc:cxnChg>
        <pc:cxnChg chg="add">
          <ac:chgData name="Tristan Plasse" userId="13c698b9-43c4-4271-b359-faaadca0774b" providerId="ADAL" clId="{FE460185-D4AE-4375-BA71-CD1D7F2341F0}" dt="2026-04-16T22:11:55.941" v="4134" actId="26606"/>
          <ac:cxnSpMkLst>
            <pc:docMk/>
            <pc:sldMk cId="3943359794" sldId="274"/>
            <ac:cxnSpMk id="17" creationId="{085AA86F-6A4D-4BCB-A045-D992CDC2959B}"/>
          </ac:cxnSpMkLst>
        </pc:cxnChg>
        <pc:cxnChg chg="add">
          <ac:chgData name="Tristan Plasse" userId="13c698b9-43c4-4271-b359-faaadca0774b" providerId="ADAL" clId="{FE460185-D4AE-4375-BA71-CD1D7F2341F0}" dt="2026-04-16T22:11:55.941" v="4134" actId="26606"/>
          <ac:cxnSpMkLst>
            <pc:docMk/>
            <pc:sldMk cId="3943359794" sldId="274"/>
            <ac:cxnSpMk id="21" creationId="{DC36F877-5419-44C1-A2CD-376BDDDC3E41}"/>
          </ac:cxnSpMkLst>
        </pc:cxnChg>
      </pc:sldChg>
      <pc:sldChg chg="addSp modSp new mod">
        <pc:chgData name="Tristan Plasse" userId="13c698b9-43c4-4271-b359-faaadca0774b" providerId="ADAL" clId="{FE460185-D4AE-4375-BA71-CD1D7F2341F0}" dt="2026-04-17T01:03:11.754" v="4482" actId="2710"/>
        <pc:sldMkLst>
          <pc:docMk/>
          <pc:sldMk cId="3710197240" sldId="275"/>
        </pc:sldMkLst>
        <pc:spChg chg="mod">
          <ac:chgData name="Tristan Plasse" userId="13c698b9-43c4-4271-b359-faaadca0774b" providerId="ADAL" clId="{FE460185-D4AE-4375-BA71-CD1D7F2341F0}" dt="2026-04-17T00:59:10.373" v="4380" actId="20577"/>
          <ac:spMkLst>
            <pc:docMk/>
            <pc:sldMk cId="3710197240" sldId="275"/>
            <ac:spMk id="2" creationId="{A4F1E310-7C7B-1E3D-DBA7-78328792D625}"/>
          </ac:spMkLst>
        </pc:spChg>
        <pc:spChg chg="mod">
          <ac:chgData name="Tristan Plasse" userId="13c698b9-43c4-4271-b359-faaadca0774b" providerId="ADAL" clId="{FE460185-D4AE-4375-BA71-CD1D7F2341F0}" dt="2026-04-17T01:03:11.754" v="4482" actId="2710"/>
          <ac:spMkLst>
            <pc:docMk/>
            <pc:sldMk cId="3710197240" sldId="275"/>
            <ac:spMk id="3" creationId="{EE1A390D-8519-2554-2768-18698B2C10FF}"/>
          </ac:spMkLst>
        </pc:spChg>
        <pc:spChg chg="add mod">
          <ac:chgData name="Tristan Plasse" userId="13c698b9-43c4-4271-b359-faaadca0774b" providerId="ADAL" clId="{FE460185-D4AE-4375-BA71-CD1D7F2341F0}" dt="2026-04-17T01:02:47.762" v="4481" actId="164"/>
          <ac:spMkLst>
            <pc:docMk/>
            <pc:sldMk cId="3710197240" sldId="275"/>
            <ac:spMk id="4" creationId="{769DBEF4-FBE0-6D7D-A4A1-31856EB49A5B}"/>
          </ac:spMkLst>
        </pc:spChg>
        <pc:spChg chg="add mod">
          <ac:chgData name="Tristan Plasse" userId="13c698b9-43c4-4271-b359-faaadca0774b" providerId="ADAL" clId="{FE460185-D4AE-4375-BA71-CD1D7F2341F0}" dt="2026-04-17T01:02:47.762" v="4481" actId="164"/>
          <ac:spMkLst>
            <pc:docMk/>
            <pc:sldMk cId="3710197240" sldId="275"/>
            <ac:spMk id="5" creationId="{584A445A-35A4-5CCD-3E0F-1132280B6EBE}"/>
          </ac:spMkLst>
        </pc:spChg>
        <pc:spChg chg="add mod">
          <ac:chgData name="Tristan Plasse" userId="13c698b9-43c4-4271-b359-faaadca0774b" providerId="ADAL" clId="{FE460185-D4AE-4375-BA71-CD1D7F2341F0}" dt="2026-04-17T01:02:47.762" v="4481" actId="164"/>
          <ac:spMkLst>
            <pc:docMk/>
            <pc:sldMk cId="3710197240" sldId="275"/>
            <ac:spMk id="6" creationId="{88AA4DF5-8C2D-2045-0ED6-5A771E6D2A10}"/>
          </ac:spMkLst>
        </pc:spChg>
        <pc:grpChg chg="add mod">
          <ac:chgData name="Tristan Plasse" userId="13c698b9-43c4-4271-b359-faaadca0774b" providerId="ADAL" clId="{FE460185-D4AE-4375-BA71-CD1D7F2341F0}" dt="2026-04-17T01:02:47.762" v="4481" actId="164"/>
          <ac:grpSpMkLst>
            <pc:docMk/>
            <pc:sldMk cId="3710197240" sldId="275"/>
            <ac:grpSpMk id="7" creationId="{31604140-0BE4-E83C-1948-7A6E95F7AEB4}"/>
          </ac:grpSpMkLst>
        </pc:grpChg>
      </pc:sldChg>
      <pc:sldChg chg="modSp new mod">
        <pc:chgData name="Tristan Plasse" userId="13c698b9-43c4-4271-b359-faaadca0774b" providerId="ADAL" clId="{FE460185-D4AE-4375-BA71-CD1D7F2341F0}" dt="2026-04-17T01:14:19.003" v="4704" actId="20577"/>
        <pc:sldMkLst>
          <pc:docMk/>
          <pc:sldMk cId="1164678962" sldId="276"/>
        </pc:sldMkLst>
        <pc:spChg chg="mod">
          <ac:chgData name="Tristan Plasse" userId="13c698b9-43c4-4271-b359-faaadca0774b" providerId="ADAL" clId="{FE460185-D4AE-4375-BA71-CD1D7F2341F0}" dt="2026-04-17T01:14:04.552" v="4699" actId="20577"/>
          <ac:spMkLst>
            <pc:docMk/>
            <pc:sldMk cId="1164678962" sldId="276"/>
            <ac:spMk id="2" creationId="{DE69A1AE-572E-D5B4-03BD-F325D0A3E202}"/>
          </ac:spMkLst>
        </pc:spChg>
        <pc:spChg chg="mod">
          <ac:chgData name="Tristan Plasse" userId="13c698b9-43c4-4271-b359-faaadca0774b" providerId="ADAL" clId="{FE460185-D4AE-4375-BA71-CD1D7F2341F0}" dt="2026-04-17T01:14:19.003" v="4704" actId="20577"/>
          <ac:spMkLst>
            <pc:docMk/>
            <pc:sldMk cId="1164678962" sldId="276"/>
            <ac:spMk id="3" creationId="{FC01AAB4-81AB-D42D-04AB-96781CB6AC94}"/>
          </ac:spMkLst>
        </pc:spChg>
      </pc:sldChg>
      <pc:sldChg chg="addSp delSp modSp new mod setBg">
        <pc:chgData name="Tristan Plasse" userId="13c698b9-43c4-4271-b359-faaadca0774b" providerId="ADAL" clId="{FE460185-D4AE-4375-BA71-CD1D7F2341F0}" dt="2026-04-17T01:25:57.368" v="4728" actId="21"/>
        <pc:sldMkLst>
          <pc:docMk/>
          <pc:sldMk cId="1439899674" sldId="277"/>
        </pc:sldMkLst>
        <pc:spChg chg="mod">
          <ac:chgData name="Tristan Plasse" userId="13c698b9-43c4-4271-b359-faaadca0774b" providerId="ADAL" clId="{FE460185-D4AE-4375-BA71-CD1D7F2341F0}" dt="2026-04-17T01:22:58.783" v="4718" actId="26606"/>
          <ac:spMkLst>
            <pc:docMk/>
            <pc:sldMk cId="1439899674" sldId="277"/>
            <ac:spMk id="2" creationId="{94F7A99C-0ACF-5557-9578-B80FE0D75B77}"/>
          </ac:spMkLst>
        </pc:spChg>
        <pc:spChg chg="del">
          <ac:chgData name="Tristan Plasse" userId="13c698b9-43c4-4271-b359-faaadca0774b" providerId="ADAL" clId="{FE460185-D4AE-4375-BA71-CD1D7F2341F0}" dt="2026-04-17T01:22:54.237" v="4716"/>
          <ac:spMkLst>
            <pc:docMk/>
            <pc:sldMk cId="1439899674" sldId="277"/>
            <ac:spMk id="3" creationId="{F279EAF3-2A2A-BB55-CBFF-6FE1F581B414}"/>
          </ac:spMkLst>
        </pc:spChg>
        <pc:spChg chg="add">
          <ac:chgData name="Tristan Plasse" userId="13c698b9-43c4-4271-b359-faaadca0774b" providerId="ADAL" clId="{FE460185-D4AE-4375-BA71-CD1D7F2341F0}" dt="2026-04-17T01:22:58.783" v="4718" actId="26606"/>
          <ac:spMkLst>
            <pc:docMk/>
            <pc:sldMk cId="1439899674" sldId="277"/>
            <ac:spMk id="14" creationId="{33E93247-6229-44AB-A550-739E971E690B}"/>
          </ac:spMkLst>
        </pc:spChg>
        <pc:picChg chg="add mod ord">
          <ac:chgData name="Tristan Plasse" userId="13c698b9-43c4-4271-b359-faaadca0774b" providerId="ADAL" clId="{FE460185-D4AE-4375-BA71-CD1D7F2341F0}" dt="2026-04-17T01:22:58.783" v="4718" actId="26606"/>
          <ac:picMkLst>
            <pc:docMk/>
            <pc:sldMk cId="1439899674" sldId="277"/>
            <ac:picMk id="5" creationId="{DEB15709-306B-BF61-202F-0B24322B33AC}"/>
          </ac:picMkLst>
        </pc:picChg>
        <pc:picChg chg="add del mod">
          <ac:chgData name="Tristan Plasse" userId="13c698b9-43c4-4271-b359-faaadca0774b" providerId="ADAL" clId="{FE460185-D4AE-4375-BA71-CD1D7F2341F0}" dt="2026-04-17T01:23:54.536" v="4721" actId="478"/>
          <ac:picMkLst>
            <pc:docMk/>
            <pc:sldMk cId="1439899674" sldId="277"/>
            <ac:picMk id="7" creationId="{93FC3CF0-AD0C-8D8A-5F13-561363CD0342}"/>
          </ac:picMkLst>
        </pc:picChg>
        <pc:picChg chg="add del mod">
          <ac:chgData name="Tristan Plasse" userId="13c698b9-43c4-4271-b359-faaadca0774b" providerId="ADAL" clId="{FE460185-D4AE-4375-BA71-CD1D7F2341F0}" dt="2026-04-17T01:25:57.368" v="4728" actId="21"/>
          <ac:picMkLst>
            <pc:docMk/>
            <pc:sldMk cId="1439899674" sldId="277"/>
            <ac:picMk id="9" creationId="{CE99E6EA-6C50-A9AF-63F6-B30BF2E36593}"/>
          </ac:picMkLst>
        </pc:picChg>
        <pc:cxnChg chg="add">
          <ac:chgData name="Tristan Plasse" userId="13c698b9-43c4-4271-b359-faaadca0774b" providerId="ADAL" clId="{FE460185-D4AE-4375-BA71-CD1D7F2341F0}" dt="2026-04-17T01:22:58.783" v="4718" actId="26606"/>
          <ac:cxnSpMkLst>
            <pc:docMk/>
            <pc:sldMk cId="1439899674" sldId="277"/>
            <ac:cxnSpMk id="10" creationId="{F64F9B95-9045-48D2-B9F3-2927E98F54AA}"/>
          </ac:cxnSpMkLst>
        </pc:cxnChg>
        <pc:cxnChg chg="add">
          <ac:chgData name="Tristan Plasse" userId="13c698b9-43c4-4271-b359-faaadca0774b" providerId="ADAL" clId="{FE460185-D4AE-4375-BA71-CD1D7F2341F0}" dt="2026-04-17T01:22:58.783" v="4718" actId="26606"/>
          <ac:cxnSpMkLst>
            <pc:docMk/>
            <pc:sldMk cId="1439899674" sldId="277"/>
            <ac:cxnSpMk id="12" creationId="{085AA86F-6A4D-4BCB-A045-D992CDC2959B}"/>
          </ac:cxnSpMkLst>
        </pc:cxnChg>
        <pc:cxnChg chg="add">
          <ac:chgData name="Tristan Plasse" userId="13c698b9-43c4-4271-b359-faaadca0774b" providerId="ADAL" clId="{FE460185-D4AE-4375-BA71-CD1D7F2341F0}" dt="2026-04-17T01:22:58.783" v="4718" actId="26606"/>
          <ac:cxnSpMkLst>
            <pc:docMk/>
            <pc:sldMk cId="1439899674" sldId="277"/>
            <ac:cxnSpMk id="16" creationId="{EE2E603F-4A95-4FE8-BB06-211DFD75DBEF}"/>
          </ac:cxnSpMkLst>
        </pc:cxnChg>
      </pc:sldChg>
      <pc:sldChg chg="addSp delSp modSp new mod">
        <pc:chgData name="Tristan Plasse" userId="13c698b9-43c4-4271-b359-faaadca0774b" providerId="ADAL" clId="{FE460185-D4AE-4375-BA71-CD1D7F2341F0}" dt="2026-04-17T02:46:58.779" v="5560" actId="20577"/>
        <pc:sldMkLst>
          <pc:docMk/>
          <pc:sldMk cId="2449617363" sldId="278"/>
        </pc:sldMkLst>
        <pc:spChg chg="del">
          <ac:chgData name="Tristan Plasse" userId="13c698b9-43c4-4271-b359-faaadca0774b" providerId="ADAL" clId="{FE460185-D4AE-4375-BA71-CD1D7F2341F0}" dt="2026-04-17T01:26:13.185" v="4734" actId="478"/>
          <ac:spMkLst>
            <pc:docMk/>
            <pc:sldMk cId="2449617363" sldId="278"/>
            <ac:spMk id="2" creationId="{E764F047-4C87-EFC0-5081-C3EBD8EDEF6C}"/>
          </ac:spMkLst>
        </pc:spChg>
        <pc:spChg chg="add del mod">
          <ac:chgData name="Tristan Plasse" userId="13c698b9-43c4-4271-b359-faaadca0774b" providerId="ADAL" clId="{FE460185-D4AE-4375-BA71-CD1D7F2341F0}" dt="2026-04-17T02:44:37.038" v="5491"/>
          <ac:spMkLst>
            <pc:docMk/>
            <pc:sldMk cId="2449617363" sldId="278"/>
            <ac:spMk id="3" creationId="{735A5396-163A-4614-7FC3-8135E8EC2D82}"/>
          </ac:spMkLst>
        </pc:spChg>
        <pc:spChg chg="del">
          <ac:chgData name="Tristan Plasse" userId="13c698b9-43c4-4271-b359-faaadca0774b" providerId="ADAL" clId="{FE460185-D4AE-4375-BA71-CD1D7F2341F0}" dt="2026-04-17T01:25:53.221" v="4727"/>
          <ac:spMkLst>
            <pc:docMk/>
            <pc:sldMk cId="2449617363" sldId="278"/>
            <ac:spMk id="3" creationId="{D7FB8DB0-7535-272B-41AF-7265B7F3A2D1}"/>
          </ac:spMkLst>
        </pc:spChg>
        <pc:spChg chg="add mod">
          <ac:chgData name="Tristan Plasse" userId="13c698b9-43c4-4271-b359-faaadca0774b" providerId="ADAL" clId="{FE460185-D4AE-4375-BA71-CD1D7F2341F0}" dt="2026-04-17T02:46:58.779" v="5560" actId="20577"/>
          <ac:spMkLst>
            <pc:docMk/>
            <pc:sldMk cId="2449617363" sldId="278"/>
            <ac:spMk id="8" creationId="{E86FE8AB-8CA2-26C6-1EA0-DD8874CA071A}"/>
          </ac:spMkLst>
        </pc:spChg>
        <pc:picChg chg="add del mod ord">
          <ac:chgData name="Tristan Plasse" userId="13c698b9-43c4-4271-b359-faaadca0774b" providerId="ADAL" clId="{FE460185-D4AE-4375-BA71-CD1D7F2341F0}" dt="2026-04-17T02:44:36.658" v="5489" actId="478"/>
          <ac:picMkLst>
            <pc:docMk/>
            <pc:sldMk cId="2449617363" sldId="278"/>
            <ac:picMk id="5" creationId="{2894EE87-C10F-C2AC-44DB-1A002CE45605}"/>
          </ac:picMkLst>
        </pc:picChg>
        <pc:picChg chg="add mod ord">
          <ac:chgData name="Tristan Plasse" userId="13c698b9-43c4-4271-b359-faaadca0774b" providerId="ADAL" clId="{FE460185-D4AE-4375-BA71-CD1D7F2341F0}" dt="2026-04-17T02:44:51.817" v="5495" actId="1076"/>
          <ac:picMkLst>
            <pc:docMk/>
            <pc:sldMk cId="2449617363" sldId="278"/>
            <ac:picMk id="6" creationId="{9ED18B4D-9AA2-BAA4-64B2-A725FA232668}"/>
          </ac:picMkLst>
        </pc:picChg>
        <pc:picChg chg="add mod modCrop">
          <ac:chgData name="Tristan Plasse" userId="13c698b9-43c4-4271-b359-faaadca0774b" providerId="ADAL" clId="{FE460185-D4AE-4375-BA71-CD1D7F2341F0}" dt="2026-04-17T02:45:56.147" v="5503" actId="1076"/>
          <ac:picMkLst>
            <pc:docMk/>
            <pc:sldMk cId="2449617363" sldId="278"/>
            <ac:picMk id="7" creationId="{F7961088-DAF3-40D1-2014-1BE6DA6821BF}"/>
          </ac:picMkLst>
        </pc:picChg>
      </pc:sldChg>
      <pc:sldChg chg="addSp delSp modSp new mod">
        <pc:chgData name="Tristan Plasse" userId="13c698b9-43c4-4271-b359-faaadca0774b" providerId="ADAL" clId="{FE460185-D4AE-4375-BA71-CD1D7F2341F0}" dt="2026-04-17T01:26:07.372" v="4733" actId="1076"/>
        <pc:sldMkLst>
          <pc:docMk/>
          <pc:sldMk cId="422633496" sldId="279"/>
        </pc:sldMkLst>
        <pc:spChg chg="del">
          <ac:chgData name="Tristan Plasse" userId="13c698b9-43c4-4271-b359-faaadca0774b" providerId="ADAL" clId="{FE460185-D4AE-4375-BA71-CD1D7F2341F0}" dt="2026-04-17T01:26:03.213" v="4730" actId="478"/>
          <ac:spMkLst>
            <pc:docMk/>
            <pc:sldMk cId="422633496" sldId="279"/>
            <ac:spMk id="2" creationId="{2FA227F2-D8A4-A7C2-5991-3DCDFD82DBCF}"/>
          </ac:spMkLst>
        </pc:spChg>
        <pc:spChg chg="del">
          <ac:chgData name="Tristan Plasse" userId="13c698b9-43c4-4271-b359-faaadca0774b" providerId="ADAL" clId="{FE460185-D4AE-4375-BA71-CD1D7F2341F0}" dt="2026-04-17T01:26:05.148" v="4731" actId="478"/>
          <ac:spMkLst>
            <pc:docMk/>
            <pc:sldMk cId="422633496" sldId="279"/>
            <ac:spMk id="3" creationId="{13AA5119-EF1F-9E55-8D24-F3DA2F70A6BD}"/>
          </ac:spMkLst>
        </pc:spChg>
        <pc:picChg chg="add mod">
          <ac:chgData name="Tristan Plasse" userId="13c698b9-43c4-4271-b359-faaadca0774b" providerId="ADAL" clId="{FE460185-D4AE-4375-BA71-CD1D7F2341F0}" dt="2026-04-17T01:26:07.372" v="4733" actId="1076"/>
          <ac:picMkLst>
            <pc:docMk/>
            <pc:sldMk cId="422633496" sldId="279"/>
            <ac:picMk id="9" creationId="{CE99E6EA-6C50-A9AF-63F6-B30BF2E36593}"/>
          </ac:picMkLst>
        </pc:picChg>
      </pc:sldChg>
      <pc:sldChg chg="modSp new mod">
        <pc:chgData name="Tristan Plasse" userId="13c698b9-43c4-4271-b359-faaadca0774b" providerId="ADAL" clId="{FE460185-D4AE-4375-BA71-CD1D7F2341F0}" dt="2026-04-17T03:17:15.395" v="5595" actId="20577"/>
        <pc:sldMkLst>
          <pc:docMk/>
          <pc:sldMk cId="901628721" sldId="280"/>
        </pc:sldMkLst>
        <pc:spChg chg="mod">
          <ac:chgData name="Tristan Plasse" userId="13c698b9-43c4-4271-b359-faaadca0774b" providerId="ADAL" clId="{FE460185-D4AE-4375-BA71-CD1D7F2341F0}" dt="2026-04-17T01:26:26.896" v="4747" actId="20577"/>
          <ac:spMkLst>
            <pc:docMk/>
            <pc:sldMk cId="901628721" sldId="280"/>
            <ac:spMk id="2" creationId="{AFD15BD0-D23D-BCDB-DC4F-EC9E34FD8E77}"/>
          </ac:spMkLst>
        </pc:spChg>
        <pc:spChg chg="mod">
          <ac:chgData name="Tristan Plasse" userId="13c698b9-43c4-4271-b359-faaadca0774b" providerId="ADAL" clId="{FE460185-D4AE-4375-BA71-CD1D7F2341F0}" dt="2026-04-17T03:17:15.395" v="5595" actId="20577"/>
          <ac:spMkLst>
            <pc:docMk/>
            <pc:sldMk cId="901628721" sldId="280"/>
            <ac:spMk id="3" creationId="{7FDDC518-1F1F-76F1-2545-8D01AE3B32C4}"/>
          </ac:spMkLst>
        </pc:spChg>
      </pc:sldChg>
      <pc:sldChg chg="addSp modSp new mod setBg">
        <pc:chgData name="Tristan Plasse" userId="13c698b9-43c4-4271-b359-faaadca0774b" providerId="ADAL" clId="{FE460185-D4AE-4375-BA71-CD1D7F2341F0}" dt="2026-04-17T01:29:55.712" v="5038" actId="14100"/>
        <pc:sldMkLst>
          <pc:docMk/>
          <pc:sldMk cId="1209728823" sldId="281"/>
        </pc:sldMkLst>
        <pc:spChg chg="mod">
          <ac:chgData name="Tristan Plasse" userId="13c698b9-43c4-4271-b359-faaadca0774b" providerId="ADAL" clId="{FE460185-D4AE-4375-BA71-CD1D7F2341F0}" dt="2026-04-17T01:29:12.692" v="5030" actId="26606"/>
          <ac:spMkLst>
            <pc:docMk/>
            <pc:sldMk cId="1209728823" sldId="281"/>
            <ac:spMk id="2" creationId="{A89A0B66-12A9-A560-B2C3-D5DE68D00757}"/>
          </ac:spMkLst>
        </pc:spChg>
        <pc:spChg chg="mod ord">
          <ac:chgData name="Tristan Plasse" userId="13c698b9-43c4-4271-b359-faaadca0774b" providerId="ADAL" clId="{FE460185-D4AE-4375-BA71-CD1D7F2341F0}" dt="2026-04-17T01:29:12.692" v="5030" actId="26606"/>
          <ac:spMkLst>
            <pc:docMk/>
            <pc:sldMk cId="1209728823" sldId="281"/>
            <ac:spMk id="3" creationId="{D5F08C3C-2B07-D167-483B-592FFD9479FB}"/>
          </ac:spMkLst>
        </pc:spChg>
        <pc:spChg chg="add mod">
          <ac:chgData name="Tristan Plasse" userId="13c698b9-43c4-4271-b359-faaadca0774b" providerId="ADAL" clId="{FE460185-D4AE-4375-BA71-CD1D7F2341F0}" dt="2026-04-17T01:29:55.712" v="5038" actId="14100"/>
          <ac:spMkLst>
            <pc:docMk/>
            <pc:sldMk cId="1209728823" sldId="281"/>
            <ac:spMk id="4" creationId="{4908DAB4-9378-641C-7822-F8FFCB3F9F8A}"/>
          </ac:spMkLst>
        </pc:spChg>
        <pc:spChg chg="add">
          <ac:chgData name="Tristan Plasse" userId="13c698b9-43c4-4271-b359-faaadca0774b" providerId="ADAL" clId="{FE460185-D4AE-4375-BA71-CD1D7F2341F0}" dt="2026-04-17T01:29:12.692" v="5030" actId="26606"/>
          <ac:spMkLst>
            <pc:docMk/>
            <pc:sldMk cId="1209728823" sldId="281"/>
            <ac:spMk id="2055" creationId="{E49D7415-2F11-44C2-B6AA-13A25B6814B9}"/>
          </ac:spMkLst>
        </pc:spChg>
        <pc:picChg chg="add mod">
          <ac:chgData name="Tristan Plasse" userId="13c698b9-43c4-4271-b359-faaadca0774b" providerId="ADAL" clId="{FE460185-D4AE-4375-BA71-CD1D7F2341F0}" dt="2026-04-17T01:29:21.933" v="5031" actId="18131"/>
          <ac:picMkLst>
            <pc:docMk/>
            <pc:sldMk cId="1209728823" sldId="281"/>
            <ac:picMk id="2050" creationId="{6E929EB8-0E77-8D30-C757-71AEE670B488}"/>
          </ac:picMkLst>
        </pc:picChg>
        <pc:cxnChg chg="add">
          <ac:chgData name="Tristan Plasse" userId="13c698b9-43c4-4271-b359-faaadca0774b" providerId="ADAL" clId="{FE460185-D4AE-4375-BA71-CD1D7F2341F0}" dt="2026-04-17T01:29:12.692" v="5030" actId="26606"/>
          <ac:cxnSpMkLst>
            <pc:docMk/>
            <pc:sldMk cId="1209728823" sldId="281"/>
            <ac:cxnSpMk id="2057" creationId="{8E0104E4-99BC-494F-8342-F250828E574F}"/>
          </ac:cxnSpMkLst>
        </pc:cxnChg>
      </pc:sldChg>
      <pc:sldChg chg="addSp delSp modSp new mod setBg setClrOvrMap">
        <pc:chgData name="Tristan Plasse" userId="13c698b9-43c4-4271-b359-faaadca0774b" providerId="ADAL" clId="{FE460185-D4AE-4375-BA71-CD1D7F2341F0}" dt="2026-04-17T01:31:13.276" v="5059" actId="1076"/>
        <pc:sldMkLst>
          <pc:docMk/>
          <pc:sldMk cId="784584029" sldId="282"/>
        </pc:sldMkLst>
        <pc:spChg chg="mod ord">
          <ac:chgData name="Tristan Plasse" userId="13c698b9-43c4-4271-b359-faaadca0774b" providerId="ADAL" clId="{FE460185-D4AE-4375-BA71-CD1D7F2341F0}" dt="2026-04-17T01:30:36.101" v="5052" actId="26606"/>
          <ac:spMkLst>
            <pc:docMk/>
            <pc:sldMk cId="784584029" sldId="282"/>
            <ac:spMk id="2" creationId="{D1DA8DF0-027D-CBFA-F9E4-EA0F931579EF}"/>
          </ac:spMkLst>
        </pc:spChg>
        <pc:spChg chg="del">
          <ac:chgData name="Tristan Plasse" userId="13c698b9-43c4-4271-b359-faaadca0774b" providerId="ADAL" clId="{FE460185-D4AE-4375-BA71-CD1D7F2341F0}" dt="2026-04-17T01:30:12.348" v="5047" actId="478"/>
          <ac:spMkLst>
            <pc:docMk/>
            <pc:sldMk cId="784584029" sldId="282"/>
            <ac:spMk id="3" creationId="{275D4D4A-9F9A-E165-9931-AE7EC6F9609B}"/>
          </ac:spMkLst>
        </pc:spChg>
        <pc:spChg chg="add mod">
          <ac:chgData name="Tristan Plasse" userId="13c698b9-43c4-4271-b359-faaadca0774b" providerId="ADAL" clId="{FE460185-D4AE-4375-BA71-CD1D7F2341F0}" dt="2026-04-17T01:31:13.276" v="5059" actId="1076"/>
          <ac:spMkLst>
            <pc:docMk/>
            <pc:sldMk cId="784584029" sldId="282"/>
            <ac:spMk id="4" creationId="{80693467-78F2-1B86-B867-3754098C5644}"/>
          </ac:spMkLst>
        </pc:spChg>
        <pc:spChg chg="add">
          <ac:chgData name="Tristan Plasse" userId="13c698b9-43c4-4271-b359-faaadca0774b" providerId="ADAL" clId="{FE460185-D4AE-4375-BA71-CD1D7F2341F0}" dt="2026-04-17T01:30:36.101" v="5052" actId="26606"/>
          <ac:spMkLst>
            <pc:docMk/>
            <pc:sldMk cId="784584029" sldId="282"/>
            <ac:spMk id="3083" creationId="{33E93247-6229-44AB-A550-739E971E690B}"/>
          </ac:spMkLst>
        </pc:spChg>
        <pc:spChg chg="add">
          <ac:chgData name="Tristan Plasse" userId="13c698b9-43c4-4271-b359-faaadca0774b" providerId="ADAL" clId="{FE460185-D4AE-4375-BA71-CD1D7F2341F0}" dt="2026-04-17T01:30:36.101" v="5052" actId="26606"/>
          <ac:spMkLst>
            <pc:docMk/>
            <pc:sldMk cId="784584029" sldId="282"/>
            <ac:spMk id="3085" creationId="{6BB6B482-ACCA-4938-8AEA-49D525C17221}"/>
          </ac:spMkLst>
        </pc:spChg>
        <pc:picChg chg="add mod">
          <ac:chgData name="Tristan Plasse" userId="13c698b9-43c4-4271-b359-faaadca0774b" providerId="ADAL" clId="{FE460185-D4AE-4375-BA71-CD1D7F2341F0}" dt="2026-04-17T01:30:42.128" v="5053" actId="18131"/>
          <ac:picMkLst>
            <pc:docMk/>
            <pc:sldMk cId="784584029" sldId="282"/>
            <ac:picMk id="3074" creationId="{4C00A1DA-6ED6-C7B3-FAC3-90C08EBD5B83}"/>
          </ac:picMkLst>
        </pc:picChg>
        <pc:cxnChg chg="add">
          <ac:chgData name="Tristan Plasse" userId="13c698b9-43c4-4271-b359-faaadca0774b" providerId="ADAL" clId="{FE460185-D4AE-4375-BA71-CD1D7F2341F0}" dt="2026-04-17T01:30:36.101" v="5052" actId="26606"/>
          <ac:cxnSpMkLst>
            <pc:docMk/>
            <pc:sldMk cId="784584029" sldId="282"/>
            <ac:cxnSpMk id="3079" creationId="{F64F9B95-9045-48D2-B9F3-2927E98F54AA}"/>
          </ac:cxnSpMkLst>
        </pc:cxnChg>
        <pc:cxnChg chg="add">
          <ac:chgData name="Tristan Plasse" userId="13c698b9-43c4-4271-b359-faaadca0774b" providerId="ADAL" clId="{FE460185-D4AE-4375-BA71-CD1D7F2341F0}" dt="2026-04-17T01:30:36.101" v="5052" actId="26606"/>
          <ac:cxnSpMkLst>
            <pc:docMk/>
            <pc:sldMk cId="784584029" sldId="282"/>
            <ac:cxnSpMk id="3081" creationId="{085AA86F-6A4D-4BCB-A045-D992CDC2959B}"/>
          </ac:cxnSpMkLst>
        </pc:cxnChg>
        <pc:cxnChg chg="add">
          <ac:chgData name="Tristan Plasse" userId="13c698b9-43c4-4271-b359-faaadca0774b" providerId="ADAL" clId="{FE460185-D4AE-4375-BA71-CD1D7F2341F0}" dt="2026-04-17T01:30:36.101" v="5052" actId="26606"/>
          <ac:cxnSpMkLst>
            <pc:docMk/>
            <pc:sldMk cId="784584029" sldId="282"/>
            <ac:cxnSpMk id="3087" creationId="{EE2E603F-4A95-4FE8-BB06-211DFD75DBEF}"/>
          </ac:cxnSpMkLst>
        </pc:cxnChg>
      </pc:sldChg>
      <pc:sldChg chg="modSp new mod">
        <pc:chgData name="Tristan Plasse" userId="13c698b9-43c4-4271-b359-faaadca0774b" providerId="ADAL" clId="{FE460185-D4AE-4375-BA71-CD1D7F2341F0}" dt="2026-04-17T02:26:58.645" v="5086" actId="115"/>
        <pc:sldMkLst>
          <pc:docMk/>
          <pc:sldMk cId="3557562823" sldId="283"/>
        </pc:sldMkLst>
        <pc:spChg chg="mod">
          <ac:chgData name="Tristan Plasse" userId="13c698b9-43c4-4271-b359-faaadca0774b" providerId="ADAL" clId="{FE460185-D4AE-4375-BA71-CD1D7F2341F0}" dt="2026-04-17T02:25:39.922" v="5073" actId="20577"/>
          <ac:spMkLst>
            <pc:docMk/>
            <pc:sldMk cId="3557562823" sldId="283"/>
            <ac:spMk id="2" creationId="{2755F7A0-20BB-EF74-1658-92294AAB1D89}"/>
          </ac:spMkLst>
        </pc:spChg>
        <pc:spChg chg="mod">
          <ac:chgData name="Tristan Plasse" userId="13c698b9-43c4-4271-b359-faaadca0774b" providerId="ADAL" clId="{FE460185-D4AE-4375-BA71-CD1D7F2341F0}" dt="2026-04-17T02:26:58.645" v="5086" actId="115"/>
          <ac:spMkLst>
            <pc:docMk/>
            <pc:sldMk cId="3557562823" sldId="283"/>
            <ac:spMk id="3" creationId="{14515BA2-F5BE-2C2A-D48B-418406D8001B}"/>
          </ac:spMkLst>
        </pc:spChg>
      </pc:sldChg>
      <pc:sldChg chg="modSp add mod ord">
        <pc:chgData name="Tristan Plasse" userId="13c698b9-43c4-4271-b359-faaadca0774b" providerId="ADAL" clId="{FE460185-D4AE-4375-BA71-CD1D7F2341F0}" dt="2026-04-17T03:35:32.830" v="5673" actId="20577"/>
        <pc:sldMkLst>
          <pc:docMk/>
          <pc:sldMk cId="2393943690" sldId="284"/>
        </pc:sldMkLst>
        <pc:spChg chg="mod">
          <ac:chgData name="Tristan Plasse" userId="13c698b9-43c4-4271-b359-faaadca0774b" providerId="ADAL" clId="{FE460185-D4AE-4375-BA71-CD1D7F2341F0}" dt="2026-04-17T03:35:32.830" v="5673" actId="20577"/>
          <ac:spMkLst>
            <pc:docMk/>
            <pc:sldMk cId="2393943690" sldId="284"/>
            <ac:spMk id="2" creationId="{17A7EB5A-FA1F-F440-F699-BDAE13D981A1}"/>
          </ac:spMkLst>
        </pc:spChg>
      </pc:sld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docChgLst>
    <pc:chgData name="Yohan Wegener" userId="S::wegy1101@usherbrooke.ca::153c22c7-a944-4d63-a1e0-3418d5558bb3" providerId="AD" clId="Web-{1630DD41-0FF5-535A-0B19-7E7866333F2B}"/>
    <pc:docChg chg="modSld">
      <pc:chgData name="Yohan Wegener" userId="S::wegy1101@usherbrooke.ca::153c22c7-a944-4d63-a1e0-3418d5558bb3" providerId="AD" clId="Web-{1630DD41-0FF5-535A-0B19-7E7866333F2B}" dt="2026-04-17T03:37:46.198" v="671" actId="20577"/>
      <pc:docMkLst>
        <pc:docMk/>
      </pc:docMkLst>
      <pc:sldChg chg="modSp">
        <pc:chgData name="Yohan Wegener" userId="S::wegy1101@usherbrooke.ca::153c22c7-a944-4d63-a1e0-3418d5558bb3" providerId="AD" clId="Web-{1630DD41-0FF5-535A-0B19-7E7866333F2B}" dt="2026-04-17T02:51:49.773" v="125" actId="20577"/>
        <pc:sldMkLst>
          <pc:docMk/>
          <pc:sldMk cId="400772557" sldId="266"/>
        </pc:sldMkLst>
        <pc:spChg chg="mod">
          <ac:chgData name="Yohan Wegener" userId="S::wegy1101@usherbrooke.ca::153c22c7-a944-4d63-a1e0-3418d5558bb3" providerId="AD" clId="Web-{1630DD41-0FF5-535A-0B19-7E7866333F2B}" dt="2026-04-17T02:51:49.773" v="125" actId="20577"/>
          <ac:spMkLst>
            <pc:docMk/>
            <pc:sldMk cId="400772557" sldId="266"/>
            <ac:spMk id="3" creationId="{7C8FECE2-37AA-AFF5-7D1E-A6F3BA91F380}"/>
          </ac:spMkLst>
        </pc:spChg>
      </pc:sldChg>
      <pc:sldChg chg="addSp modSp">
        <pc:chgData name="Yohan Wegener" userId="S::wegy1101@usherbrooke.ca::153c22c7-a944-4d63-a1e0-3418d5558bb3" providerId="AD" clId="Web-{1630DD41-0FF5-535A-0B19-7E7866333F2B}" dt="2026-04-17T02:50:00.915" v="122" actId="20577"/>
        <pc:sldMkLst>
          <pc:docMk/>
          <pc:sldMk cId="1439899674" sldId="277"/>
        </pc:sldMkLst>
        <pc:spChg chg="add mod">
          <ac:chgData name="Yohan Wegener" userId="S::wegy1101@usherbrooke.ca::153c22c7-a944-4d63-a1e0-3418d5558bb3" providerId="AD" clId="Web-{1630DD41-0FF5-535A-0B19-7E7866333F2B}" dt="2026-04-17T02:50:00.915" v="122" actId="20577"/>
          <ac:spMkLst>
            <pc:docMk/>
            <pc:sldMk cId="1439899674" sldId="277"/>
            <ac:spMk id="7" creationId="{0CFDC0D7-A429-9AC3-FCDF-757E320C4F4F}"/>
          </ac:spMkLst>
        </pc:spChg>
        <pc:picChg chg="add mod">
          <ac:chgData name="Yohan Wegener" userId="S::wegy1101@usherbrooke.ca::153c22c7-a944-4d63-a1e0-3418d5558bb3" providerId="AD" clId="Web-{1630DD41-0FF5-535A-0B19-7E7866333F2B}" dt="2026-04-17T02:49:13.290" v="114" actId="1076"/>
          <ac:picMkLst>
            <pc:docMk/>
            <pc:sldMk cId="1439899674" sldId="277"/>
            <ac:picMk id="4" creationId="{CE13E1AA-574C-9647-8090-2359241D2563}"/>
          </ac:picMkLst>
        </pc:picChg>
        <pc:picChg chg="mod">
          <ac:chgData name="Yohan Wegener" userId="S::wegy1101@usherbrooke.ca::153c22c7-a944-4d63-a1e0-3418d5558bb3" providerId="AD" clId="Web-{1630DD41-0FF5-535A-0B19-7E7866333F2B}" dt="2026-04-17T02:43:03.195" v="37" actId="1076"/>
          <ac:picMkLst>
            <pc:docMk/>
            <pc:sldMk cId="1439899674" sldId="277"/>
            <ac:picMk id="5" creationId="{DEB15709-306B-BF61-202F-0B24322B33AC}"/>
          </ac:picMkLst>
        </pc:picChg>
      </pc:sldChg>
      <pc:sldChg chg="modSp">
        <pc:chgData name="Yohan Wegener" userId="S::wegy1101@usherbrooke.ca::153c22c7-a944-4d63-a1e0-3418d5558bb3" providerId="AD" clId="Web-{1630DD41-0FF5-535A-0B19-7E7866333F2B}" dt="2026-04-17T02:48:28.728" v="110" actId="20577"/>
        <pc:sldMkLst>
          <pc:docMk/>
          <pc:sldMk cId="2449617363" sldId="278"/>
        </pc:sldMkLst>
        <pc:spChg chg="mod">
          <ac:chgData name="Yohan Wegener" userId="S::wegy1101@usherbrooke.ca::153c22c7-a944-4d63-a1e0-3418d5558bb3" providerId="AD" clId="Web-{1630DD41-0FF5-535A-0B19-7E7866333F2B}" dt="2026-04-17T02:48:28.728" v="110" actId="20577"/>
          <ac:spMkLst>
            <pc:docMk/>
            <pc:sldMk cId="2449617363" sldId="278"/>
            <ac:spMk id="8" creationId="{E86FE8AB-8CA2-26C6-1EA0-DD8874CA071A}"/>
          </ac:spMkLst>
        </pc:spChg>
      </pc:sldChg>
      <pc:sldChg chg="addSp delSp modSp">
        <pc:chgData name="Yohan Wegener" userId="S::wegy1101@usherbrooke.ca::153c22c7-a944-4d63-a1e0-3418d5558bb3" providerId="AD" clId="Web-{1630DD41-0FF5-535A-0B19-7E7866333F2B}" dt="2026-04-17T02:49:53.821" v="120" actId="20577"/>
        <pc:sldMkLst>
          <pc:docMk/>
          <pc:sldMk cId="422633496" sldId="279"/>
        </pc:sldMkLst>
        <pc:spChg chg="add del mod">
          <ac:chgData name="Yohan Wegener" userId="S::wegy1101@usherbrooke.ca::153c22c7-a944-4d63-a1e0-3418d5558bb3" providerId="AD" clId="Web-{1630DD41-0FF5-535A-0B19-7E7866333F2B}" dt="2026-04-17T02:43:45.554" v="41"/>
          <ac:spMkLst>
            <pc:docMk/>
            <pc:sldMk cId="422633496" sldId="279"/>
            <ac:spMk id="4" creationId="{26EC10CD-7911-16E9-CF69-E000A2AE26A6}"/>
          </ac:spMkLst>
        </pc:spChg>
        <pc:spChg chg="add del mod">
          <ac:chgData name="Yohan Wegener" userId="S::wegy1101@usherbrooke.ca::153c22c7-a944-4d63-a1e0-3418d5558bb3" providerId="AD" clId="Web-{1630DD41-0FF5-535A-0B19-7E7866333F2B}" dt="2026-04-17T02:43:49.226" v="43"/>
          <ac:spMkLst>
            <pc:docMk/>
            <pc:sldMk cId="422633496" sldId="279"/>
            <ac:spMk id="5" creationId="{FA19858B-402C-65F0-70EB-07E3F96A8FAC}"/>
          </ac:spMkLst>
        </pc:spChg>
        <pc:spChg chg="add mod">
          <ac:chgData name="Yohan Wegener" userId="S::wegy1101@usherbrooke.ca::153c22c7-a944-4d63-a1e0-3418d5558bb3" providerId="AD" clId="Web-{1630DD41-0FF5-535A-0B19-7E7866333F2B}" dt="2026-04-17T02:49:53.821" v="120" actId="20577"/>
          <ac:spMkLst>
            <pc:docMk/>
            <pc:sldMk cId="422633496" sldId="279"/>
            <ac:spMk id="10" creationId="{AFB3B927-A1C8-2A1B-8DE6-E6D0DA677662}"/>
          </ac:spMkLst>
        </pc:spChg>
        <pc:picChg chg="add del mod">
          <ac:chgData name="Yohan Wegener" userId="S::wegy1101@usherbrooke.ca::153c22c7-a944-4d63-a1e0-3418d5558bb3" providerId="AD" clId="Web-{1630DD41-0FF5-535A-0B19-7E7866333F2B}" dt="2026-04-17T02:45:31.149" v="54"/>
          <ac:picMkLst>
            <pc:docMk/>
            <pc:sldMk cId="422633496" sldId="279"/>
            <ac:picMk id="3" creationId="{C95A0799-7064-3DC9-29F6-D7606545B43E}"/>
          </ac:picMkLst>
        </pc:picChg>
        <pc:picChg chg="add del">
          <ac:chgData name="Yohan Wegener" userId="S::wegy1101@usherbrooke.ca::153c22c7-a944-4d63-a1e0-3418d5558bb3" providerId="AD" clId="Web-{1630DD41-0FF5-535A-0B19-7E7866333F2B}" dt="2026-04-17T02:44:15.945" v="47"/>
          <ac:picMkLst>
            <pc:docMk/>
            <pc:sldMk cId="422633496" sldId="279"/>
            <ac:picMk id="7" creationId="{C7A65710-073B-0EAC-45B6-44353D06438E}"/>
          </ac:picMkLst>
        </pc:picChg>
        <pc:picChg chg="mod">
          <ac:chgData name="Yohan Wegener" userId="S::wegy1101@usherbrooke.ca::153c22c7-a944-4d63-a1e0-3418d5558bb3" providerId="AD" clId="Web-{1630DD41-0FF5-535A-0B19-7E7866333F2B}" dt="2026-04-17T02:44:41.335" v="50" actId="14100"/>
          <ac:picMkLst>
            <pc:docMk/>
            <pc:sldMk cId="422633496" sldId="279"/>
            <ac:picMk id="9" creationId="{CE99E6EA-6C50-A9AF-63F6-B30BF2E36593}"/>
          </ac:picMkLst>
        </pc:picChg>
        <pc:picChg chg="add del mod">
          <ac:chgData name="Yohan Wegener" userId="S::wegy1101@usherbrooke.ca::153c22c7-a944-4d63-a1e0-3418d5558bb3" providerId="AD" clId="Web-{1630DD41-0FF5-535A-0B19-7E7866333F2B}" dt="2026-04-17T02:46:52.306" v="66"/>
          <ac:picMkLst>
            <pc:docMk/>
            <pc:sldMk cId="422633496" sldId="279"/>
            <ac:picMk id="12" creationId="{51A5DF42-88B0-F2EB-3D83-5ED0C2C5634C}"/>
          </ac:picMkLst>
        </pc:picChg>
        <pc:picChg chg="add mod">
          <ac:chgData name="Yohan Wegener" userId="S::wegy1101@usherbrooke.ca::153c22c7-a944-4d63-a1e0-3418d5558bb3" providerId="AD" clId="Web-{1630DD41-0FF5-535A-0B19-7E7866333F2B}" dt="2026-04-17T02:47:07.275" v="69" actId="14100"/>
          <ac:picMkLst>
            <pc:docMk/>
            <pc:sldMk cId="422633496" sldId="279"/>
            <ac:picMk id="14" creationId="{8452DDBC-4E2F-4D55-51AA-89FCE11E2F02}"/>
          </ac:picMkLst>
        </pc:picChg>
      </pc:sldChg>
      <pc:sldChg chg="modSp">
        <pc:chgData name="Yohan Wegener" userId="S::wegy1101@usherbrooke.ca::153c22c7-a944-4d63-a1e0-3418d5558bb3" providerId="AD" clId="Web-{1630DD41-0FF5-535A-0B19-7E7866333F2B}" dt="2026-04-17T03:35:07.726" v="647" actId="20577"/>
        <pc:sldMkLst>
          <pc:docMk/>
          <pc:sldMk cId="901628721" sldId="280"/>
        </pc:sldMkLst>
        <pc:spChg chg="mod">
          <ac:chgData name="Yohan Wegener" userId="S::wegy1101@usherbrooke.ca::153c22c7-a944-4d63-a1e0-3418d5558bb3" providerId="AD" clId="Web-{1630DD41-0FF5-535A-0B19-7E7866333F2B}" dt="2026-04-17T03:35:07.726" v="647" actId="20577"/>
          <ac:spMkLst>
            <pc:docMk/>
            <pc:sldMk cId="901628721" sldId="280"/>
            <ac:spMk id="3" creationId="{7FDDC518-1F1F-76F1-2545-8D01AE3B32C4}"/>
          </ac:spMkLst>
        </pc:spChg>
      </pc:sldChg>
      <pc:sldChg chg="modSp">
        <pc:chgData name="Yohan Wegener" userId="S::wegy1101@usherbrooke.ca::153c22c7-a944-4d63-a1e0-3418d5558bb3" providerId="AD" clId="Web-{1630DD41-0FF5-535A-0B19-7E7866333F2B}" dt="2026-04-17T02:39:23.179" v="5" actId="20577"/>
        <pc:sldMkLst>
          <pc:docMk/>
          <pc:sldMk cId="1209728823" sldId="281"/>
        </pc:sldMkLst>
        <pc:spChg chg="mod">
          <ac:chgData name="Yohan Wegener" userId="S::wegy1101@usherbrooke.ca::153c22c7-a944-4d63-a1e0-3418d5558bb3" providerId="AD" clId="Web-{1630DD41-0FF5-535A-0B19-7E7866333F2B}" dt="2026-04-17T02:39:23.179" v="5" actId="20577"/>
          <ac:spMkLst>
            <pc:docMk/>
            <pc:sldMk cId="1209728823" sldId="281"/>
            <ac:spMk id="3" creationId="{D5F08C3C-2B07-D167-483B-592FFD9479FB}"/>
          </ac:spMkLst>
        </pc:spChg>
      </pc:sldChg>
      <pc:sldChg chg="modSp">
        <pc:chgData name="Yohan Wegener" userId="S::wegy1101@usherbrooke.ca::153c22c7-a944-4d63-a1e0-3418d5558bb3" providerId="AD" clId="Web-{1630DD41-0FF5-535A-0B19-7E7866333F2B}" dt="2026-04-17T03:37:46.198" v="671" actId="20577"/>
        <pc:sldMkLst>
          <pc:docMk/>
          <pc:sldMk cId="2393943690" sldId="284"/>
        </pc:sldMkLst>
        <pc:spChg chg="mod">
          <ac:chgData name="Yohan Wegener" userId="S::wegy1101@usherbrooke.ca::153c22c7-a944-4d63-a1e0-3418d5558bb3" providerId="AD" clId="Web-{1630DD41-0FF5-535A-0B19-7E7866333F2B}" dt="2026-04-17T03:37:46.198" v="671" actId="20577"/>
          <ac:spMkLst>
            <pc:docMk/>
            <pc:sldMk cId="2393943690" sldId="284"/>
            <ac:spMk id="2" creationId="{17A7EB5A-FA1F-F440-F699-BDAE13D981A1}"/>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BA07238-EA0C-4068-B840-BF95B9F0D166}"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FF665B83-1B4D-4C90-98A1-0D3C84EE7012}">
      <dgm:prSet/>
      <dgm:spPr/>
      <dgm:t>
        <a:bodyPr/>
        <a:lstStyle/>
        <a:p>
          <a:r>
            <a:rPr lang="fr-CA"/>
            <a:t>Maturité sexuelle à 10 ans</a:t>
          </a:r>
          <a:endParaRPr lang="en-US"/>
        </a:p>
      </dgm:t>
    </dgm:pt>
    <dgm:pt modelId="{E38D55F2-7934-453C-AFB7-88E5F6DF0F5D}" type="parTrans" cxnId="{BBE6F56C-522C-45F7-974D-F6B65E417936}">
      <dgm:prSet/>
      <dgm:spPr/>
      <dgm:t>
        <a:bodyPr/>
        <a:lstStyle/>
        <a:p>
          <a:endParaRPr lang="en-US"/>
        </a:p>
      </dgm:t>
    </dgm:pt>
    <dgm:pt modelId="{F8B8BB7D-45FB-4918-8B57-2B75A9DA775C}" type="sibTrans" cxnId="{BBE6F56C-522C-45F7-974D-F6B65E417936}">
      <dgm:prSet/>
      <dgm:spPr/>
      <dgm:t>
        <a:bodyPr/>
        <a:lstStyle/>
        <a:p>
          <a:endParaRPr lang="en-US"/>
        </a:p>
      </dgm:t>
    </dgm:pt>
    <dgm:pt modelId="{59406451-88E5-4A80-8B8D-0DFA00C9C446}">
      <dgm:prSet/>
      <dgm:spPr/>
      <dgm:t>
        <a:bodyPr/>
        <a:lstStyle/>
        <a:p>
          <a:r>
            <a:rPr lang="fr-CA"/>
            <a:t>Espérance de vie &gt;30 ans</a:t>
          </a:r>
          <a:endParaRPr lang="en-US"/>
        </a:p>
      </dgm:t>
    </dgm:pt>
    <dgm:pt modelId="{476D7254-7038-4C7B-AD4E-2E063E9EA71A}" type="parTrans" cxnId="{FA60F33F-057A-46FB-B11B-7FAF09F02157}">
      <dgm:prSet/>
      <dgm:spPr/>
      <dgm:t>
        <a:bodyPr/>
        <a:lstStyle/>
        <a:p>
          <a:endParaRPr lang="en-US"/>
        </a:p>
      </dgm:t>
    </dgm:pt>
    <dgm:pt modelId="{9E0892ED-B88A-4B4C-B2C4-C90275E2A200}" type="sibTrans" cxnId="{FA60F33F-057A-46FB-B11B-7FAF09F02157}">
      <dgm:prSet/>
      <dgm:spPr/>
      <dgm:t>
        <a:bodyPr/>
        <a:lstStyle/>
        <a:p>
          <a:endParaRPr lang="en-US"/>
        </a:p>
      </dgm:t>
    </dgm:pt>
    <dgm:pt modelId="{0D49BA0D-A3F5-4AEF-B0FD-CA1CAC52E855}">
      <dgm:prSet/>
      <dgm:spPr/>
      <dgm:t>
        <a:bodyPr/>
        <a:lstStyle/>
        <a:p>
          <a:r>
            <a:rPr lang="fr-CA"/>
            <a:t>2 sites de fraie connus</a:t>
          </a:r>
          <a:endParaRPr lang="en-US"/>
        </a:p>
      </dgm:t>
    </dgm:pt>
    <dgm:pt modelId="{376FA331-F4A4-4853-B081-35A8360A80EC}" type="parTrans" cxnId="{C7770ABF-91CA-428C-9702-9B0CAB58B3A9}">
      <dgm:prSet/>
      <dgm:spPr/>
      <dgm:t>
        <a:bodyPr/>
        <a:lstStyle/>
        <a:p>
          <a:endParaRPr lang="en-US"/>
        </a:p>
      </dgm:t>
    </dgm:pt>
    <dgm:pt modelId="{41FEBED8-1C7C-4883-87E4-AC4E2E3F6D61}" type="sibTrans" cxnId="{C7770ABF-91CA-428C-9702-9B0CAB58B3A9}">
      <dgm:prSet/>
      <dgm:spPr/>
      <dgm:t>
        <a:bodyPr/>
        <a:lstStyle/>
        <a:p>
          <a:endParaRPr lang="en-US"/>
        </a:p>
      </dgm:t>
    </dgm:pt>
    <dgm:pt modelId="{D977E62F-C420-4330-BD96-FCEE8ACC918A}" type="pres">
      <dgm:prSet presAssocID="{1BA07238-EA0C-4068-B840-BF95B9F0D166}" presName="hierChild1" presStyleCnt="0">
        <dgm:presLayoutVars>
          <dgm:chPref val="1"/>
          <dgm:dir/>
          <dgm:animOne val="branch"/>
          <dgm:animLvl val="lvl"/>
          <dgm:resizeHandles/>
        </dgm:presLayoutVars>
      </dgm:prSet>
      <dgm:spPr/>
    </dgm:pt>
    <dgm:pt modelId="{7B435300-3871-4DEB-831D-D2E85F023420}" type="pres">
      <dgm:prSet presAssocID="{FF665B83-1B4D-4C90-98A1-0D3C84EE7012}" presName="hierRoot1" presStyleCnt="0"/>
      <dgm:spPr/>
    </dgm:pt>
    <dgm:pt modelId="{98E3AD30-22EF-400D-9B28-56C2260CAC7D}" type="pres">
      <dgm:prSet presAssocID="{FF665B83-1B4D-4C90-98A1-0D3C84EE7012}" presName="composite" presStyleCnt="0"/>
      <dgm:spPr/>
    </dgm:pt>
    <dgm:pt modelId="{B113528B-892E-4BF7-825F-6B4469CA9E9B}" type="pres">
      <dgm:prSet presAssocID="{FF665B83-1B4D-4C90-98A1-0D3C84EE7012}" presName="background" presStyleLbl="node0" presStyleIdx="0" presStyleCnt="3"/>
      <dgm:spPr/>
    </dgm:pt>
    <dgm:pt modelId="{22D4EF55-42D6-4D17-A853-126DB7644C5A}" type="pres">
      <dgm:prSet presAssocID="{FF665B83-1B4D-4C90-98A1-0D3C84EE7012}" presName="text" presStyleLbl="fgAcc0" presStyleIdx="0" presStyleCnt="3">
        <dgm:presLayoutVars>
          <dgm:chPref val="3"/>
        </dgm:presLayoutVars>
      </dgm:prSet>
      <dgm:spPr/>
    </dgm:pt>
    <dgm:pt modelId="{8D0169D6-290E-4764-BF87-C8034F6CE8DE}" type="pres">
      <dgm:prSet presAssocID="{FF665B83-1B4D-4C90-98A1-0D3C84EE7012}" presName="hierChild2" presStyleCnt="0"/>
      <dgm:spPr/>
    </dgm:pt>
    <dgm:pt modelId="{744AB9BB-6548-4AAB-B7AD-0364CC7EAB8F}" type="pres">
      <dgm:prSet presAssocID="{59406451-88E5-4A80-8B8D-0DFA00C9C446}" presName="hierRoot1" presStyleCnt="0"/>
      <dgm:spPr/>
    </dgm:pt>
    <dgm:pt modelId="{9DAF401A-CAF0-43EB-BF3F-D35B6C24310D}" type="pres">
      <dgm:prSet presAssocID="{59406451-88E5-4A80-8B8D-0DFA00C9C446}" presName="composite" presStyleCnt="0"/>
      <dgm:spPr/>
    </dgm:pt>
    <dgm:pt modelId="{3CE72B38-A579-462C-8F08-A93B2B81A81E}" type="pres">
      <dgm:prSet presAssocID="{59406451-88E5-4A80-8B8D-0DFA00C9C446}" presName="background" presStyleLbl="node0" presStyleIdx="1" presStyleCnt="3"/>
      <dgm:spPr/>
    </dgm:pt>
    <dgm:pt modelId="{B43240E6-B0E2-4B7B-99FD-9CCFC53FA534}" type="pres">
      <dgm:prSet presAssocID="{59406451-88E5-4A80-8B8D-0DFA00C9C446}" presName="text" presStyleLbl="fgAcc0" presStyleIdx="1" presStyleCnt="3">
        <dgm:presLayoutVars>
          <dgm:chPref val="3"/>
        </dgm:presLayoutVars>
      </dgm:prSet>
      <dgm:spPr/>
    </dgm:pt>
    <dgm:pt modelId="{92FD71ED-C1E5-4BA0-921D-5D2448686D1F}" type="pres">
      <dgm:prSet presAssocID="{59406451-88E5-4A80-8B8D-0DFA00C9C446}" presName="hierChild2" presStyleCnt="0"/>
      <dgm:spPr/>
    </dgm:pt>
    <dgm:pt modelId="{7B2EC0C2-5C70-4E47-8144-F553AC894AE5}" type="pres">
      <dgm:prSet presAssocID="{0D49BA0D-A3F5-4AEF-B0FD-CA1CAC52E855}" presName="hierRoot1" presStyleCnt="0"/>
      <dgm:spPr/>
    </dgm:pt>
    <dgm:pt modelId="{0BC077D5-A4D8-4AEF-8528-92B0953FB518}" type="pres">
      <dgm:prSet presAssocID="{0D49BA0D-A3F5-4AEF-B0FD-CA1CAC52E855}" presName="composite" presStyleCnt="0"/>
      <dgm:spPr/>
    </dgm:pt>
    <dgm:pt modelId="{2BE4893F-51F5-4377-ABA0-82E5B3E8A7D8}" type="pres">
      <dgm:prSet presAssocID="{0D49BA0D-A3F5-4AEF-B0FD-CA1CAC52E855}" presName="background" presStyleLbl="node0" presStyleIdx="2" presStyleCnt="3"/>
      <dgm:spPr/>
    </dgm:pt>
    <dgm:pt modelId="{C7220E4E-4EF4-498A-90FB-A280214E27FB}" type="pres">
      <dgm:prSet presAssocID="{0D49BA0D-A3F5-4AEF-B0FD-CA1CAC52E855}" presName="text" presStyleLbl="fgAcc0" presStyleIdx="2" presStyleCnt="3">
        <dgm:presLayoutVars>
          <dgm:chPref val="3"/>
        </dgm:presLayoutVars>
      </dgm:prSet>
      <dgm:spPr/>
    </dgm:pt>
    <dgm:pt modelId="{8ABD43AB-23CD-448F-9EC9-55B3F0E236E7}" type="pres">
      <dgm:prSet presAssocID="{0D49BA0D-A3F5-4AEF-B0FD-CA1CAC52E855}" presName="hierChild2" presStyleCnt="0"/>
      <dgm:spPr/>
    </dgm:pt>
  </dgm:ptLst>
  <dgm:cxnLst>
    <dgm:cxn modelId="{FDE90514-0B29-4CE0-8C38-29B77B95779A}" type="presOf" srcId="{FF665B83-1B4D-4C90-98A1-0D3C84EE7012}" destId="{22D4EF55-42D6-4D17-A853-126DB7644C5A}" srcOrd="0" destOrd="0" presId="urn:microsoft.com/office/officeart/2005/8/layout/hierarchy1"/>
    <dgm:cxn modelId="{FA60F33F-057A-46FB-B11B-7FAF09F02157}" srcId="{1BA07238-EA0C-4068-B840-BF95B9F0D166}" destId="{59406451-88E5-4A80-8B8D-0DFA00C9C446}" srcOrd="1" destOrd="0" parTransId="{476D7254-7038-4C7B-AD4E-2E063E9EA71A}" sibTransId="{9E0892ED-B88A-4B4C-B2C4-C90275E2A200}"/>
    <dgm:cxn modelId="{7A371547-1CCD-4C14-B4FE-BEF61031A6AF}" type="presOf" srcId="{1BA07238-EA0C-4068-B840-BF95B9F0D166}" destId="{D977E62F-C420-4330-BD96-FCEE8ACC918A}" srcOrd="0" destOrd="0" presId="urn:microsoft.com/office/officeart/2005/8/layout/hierarchy1"/>
    <dgm:cxn modelId="{419D3F6C-85D0-4EA7-80FC-A94698EA3278}" type="presOf" srcId="{59406451-88E5-4A80-8B8D-0DFA00C9C446}" destId="{B43240E6-B0E2-4B7B-99FD-9CCFC53FA534}" srcOrd="0" destOrd="0" presId="urn:microsoft.com/office/officeart/2005/8/layout/hierarchy1"/>
    <dgm:cxn modelId="{BBE6F56C-522C-45F7-974D-F6B65E417936}" srcId="{1BA07238-EA0C-4068-B840-BF95B9F0D166}" destId="{FF665B83-1B4D-4C90-98A1-0D3C84EE7012}" srcOrd="0" destOrd="0" parTransId="{E38D55F2-7934-453C-AFB7-88E5F6DF0F5D}" sibTransId="{F8B8BB7D-45FB-4918-8B57-2B75A9DA775C}"/>
    <dgm:cxn modelId="{C7770ABF-91CA-428C-9702-9B0CAB58B3A9}" srcId="{1BA07238-EA0C-4068-B840-BF95B9F0D166}" destId="{0D49BA0D-A3F5-4AEF-B0FD-CA1CAC52E855}" srcOrd="2" destOrd="0" parTransId="{376FA331-F4A4-4853-B081-35A8360A80EC}" sibTransId="{41FEBED8-1C7C-4883-87E4-AC4E2E3F6D61}"/>
    <dgm:cxn modelId="{D9D90CC0-18C1-46FE-8634-B2FE37BACFEB}" type="presOf" srcId="{0D49BA0D-A3F5-4AEF-B0FD-CA1CAC52E855}" destId="{C7220E4E-4EF4-498A-90FB-A280214E27FB}" srcOrd="0" destOrd="0" presId="urn:microsoft.com/office/officeart/2005/8/layout/hierarchy1"/>
    <dgm:cxn modelId="{4F5DEA92-EBD7-4527-8700-35C576EB2937}" type="presParOf" srcId="{D977E62F-C420-4330-BD96-FCEE8ACC918A}" destId="{7B435300-3871-4DEB-831D-D2E85F023420}" srcOrd="0" destOrd="0" presId="urn:microsoft.com/office/officeart/2005/8/layout/hierarchy1"/>
    <dgm:cxn modelId="{1FA3E027-5233-47C0-8FF7-C3EA938C27C9}" type="presParOf" srcId="{7B435300-3871-4DEB-831D-D2E85F023420}" destId="{98E3AD30-22EF-400D-9B28-56C2260CAC7D}" srcOrd="0" destOrd="0" presId="urn:microsoft.com/office/officeart/2005/8/layout/hierarchy1"/>
    <dgm:cxn modelId="{122DC65D-807E-4EAB-8E8D-C061A6C2DEA3}" type="presParOf" srcId="{98E3AD30-22EF-400D-9B28-56C2260CAC7D}" destId="{B113528B-892E-4BF7-825F-6B4469CA9E9B}" srcOrd="0" destOrd="0" presId="urn:microsoft.com/office/officeart/2005/8/layout/hierarchy1"/>
    <dgm:cxn modelId="{AFA076CC-1FF5-4986-9B64-9B3FE62CA9DD}" type="presParOf" srcId="{98E3AD30-22EF-400D-9B28-56C2260CAC7D}" destId="{22D4EF55-42D6-4D17-A853-126DB7644C5A}" srcOrd="1" destOrd="0" presId="urn:microsoft.com/office/officeart/2005/8/layout/hierarchy1"/>
    <dgm:cxn modelId="{155B22C6-5429-49C7-A8FB-2B25F1BD767B}" type="presParOf" srcId="{7B435300-3871-4DEB-831D-D2E85F023420}" destId="{8D0169D6-290E-4764-BF87-C8034F6CE8DE}" srcOrd="1" destOrd="0" presId="urn:microsoft.com/office/officeart/2005/8/layout/hierarchy1"/>
    <dgm:cxn modelId="{A8E71190-34F5-4F5A-AFE7-EF6A17AAD227}" type="presParOf" srcId="{D977E62F-C420-4330-BD96-FCEE8ACC918A}" destId="{744AB9BB-6548-4AAB-B7AD-0364CC7EAB8F}" srcOrd="1" destOrd="0" presId="urn:microsoft.com/office/officeart/2005/8/layout/hierarchy1"/>
    <dgm:cxn modelId="{A9F2BBB8-DD99-43AA-BA25-D29BCEE6E67E}" type="presParOf" srcId="{744AB9BB-6548-4AAB-B7AD-0364CC7EAB8F}" destId="{9DAF401A-CAF0-43EB-BF3F-D35B6C24310D}" srcOrd="0" destOrd="0" presId="urn:microsoft.com/office/officeart/2005/8/layout/hierarchy1"/>
    <dgm:cxn modelId="{A0AF4870-E5EB-4752-92F8-B21538E6FA1B}" type="presParOf" srcId="{9DAF401A-CAF0-43EB-BF3F-D35B6C24310D}" destId="{3CE72B38-A579-462C-8F08-A93B2B81A81E}" srcOrd="0" destOrd="0" presId="urn:microsoft.com/office/officeart/2005/8/layout/hierarchy1"/>
    <dgm:cxn modelId="{609655C5-C1F2-4203-AEE4-75D742298821}" type="presParOf" srcId="{9DAF401A-CAF0-43EB-BF3F-D35B6C24310D}" destId="{B43240E6-B0E2-4B7B-99FD-9CCFC53FA534}" srcOrd="1" destOrd="0" presId="urn:microsoft.com/office/officeart/2005/8/layout/hierarchy1"/>
    <dgm:cxn modelId="{365EFD92-3A35-4989-83DC-D6DBF6430DC4}" type="presParOf" srcId="{744AB9BB-6548-4AAB-B7AD-0364CC7EAB8F}" destId="{92FD71ED-C1E5-4BA0-921D-5D2448686D1F}" srcOrd="1" destOrd="0" presId="urn:microsoft.com/office/officeart/2005/8/layout/hierarchy1"/>
    <dgm:cxn modelId="{C89C1CC1-3E4C-4242-944D-B5860220F17B}" type="presParOf" srcId="{D977E62F-C420-4330-BD96-FCEE8ACC918A}" destId="{7B2EC0C2-5C70-4E47-8144-F553AC894AE5}" srcOrd="2" destOrd="0" presId="urn:microsoft.com/office/officeart/2005/8/layout/hierarchy1"/>
    <dgm:cxn modelId="{20BE23C0-B140-47A8-825B-2EA9C826D6BA}" type="presParOf" srcId="{7B2EC0C2-5C70-4E47-8144-F553AC894AE5}" destId="{0BC077D5-A4D8-4AEF-8528-92B0953FB518}" srcOrd="0" destOrd="0" presId="urn:microsoft.com/office/officeart/2005/8/layout/hierarchy1"/>
    <dgm:cxn modelId="{146785F7-801D-4901-9D0D-C26BD5419B1C}" type="presParOf" srcId="{0BC077D5-A4D8-4AEF-8528-92B0953FB518}" destId="{2BE4893F-51F5-4377-ABA0-82E5B3E8A7D8}" srcOrd="0" destOrd="0" presId="urn:microsoft.com/office/officeart/2005/8/layout/hierarchy1"/>
    <dgm:cxn modelId="{7A5BD060-C009-43F8-AE84-2B615221114D}" type="presParOf" srcId="{0BC077D5-A4D8-4AEF-8528-92B0953FB518}" destId="{C7220E4E-4EF4-498A-90FB-A280214E27FB}" srcOrd="1" destOrd="0" presId="urn:microsoft.com/office/officeart/2005/8/layout/hierarchy1"/>
    <dgm:cxn modelId="{6ACA991E-51A7-4FE0-A7A6-D596AC5A9669}" type="presParOf" srcId="{7B2EC0C2-5C70-4E47-8144-F553AC894AE5}" destId="{8ABD43AB-23CD-448F-9EC9-55B3F0E236E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13528B-892E-4BF7-825F-6B4469CA9E9B}">
      <dsp:nvSpPr>
        <dsp:cNvPr id="0" name=""/>
        <dsp:cNvSpPr/>
      </dsp:nvSpPr>
      <dsp:spPr>
        <a:xfrm>
          <a:off x="0" y="756552"/>
          <a:ext cx="3006918" cy="19093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2D4EF55-42D6-4D17-A853-126DB7644C5A}">
      <dsp:nvSpPr>
        <dsp:cNvPr id="0" name=""/>
        <dsp:cNvSpPr/>
      </dsp:nvSpPr>
      <dsp:spPr>
        <a:xfrm>
          <a:off x="334102" y="1073949"/>
          <a:ext cx="3006918" cy="19093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CA" sz="3800" kern="1200"/>
            <a:t>Maturité sexuelle à 10 ans</a:t>
          </a:r>
          <a:endParaRPr lang="en-US" sz="3800" kern="1200"/>
        </a:p>
      </dsp:txBody>
      <dsp:txXfrm>
        <a:off x="390026" y="1129873"/>
        <a:ext cx="2895070" cy="1797545"/>
      </dsp:txXfrm>
    </dsp:sp>
    <dsp:sp modelId="{3CE72B38-A579-462C-8F08-A93B2B81A81E}">
      <dsp:nvSpPr>
        <dsp:cNvPr id="0" name=""/>
        <dsp:cNvSpPr/>
      </dsp:nvSpPr>
      <dsp:spPr>
        <a:xfrm>
          <a:off x="3675122" y="756552"/>
          <a:ext cx="3006918" cy="19093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43240E6-B0E2-4B7B-99FD-9CCFC53FA534}">
      <dsp:nvSpPr>
        <dsp:cNvPr id="0" name=""/>
        <dsp:cNvSpPr/>
      </dsp:nvSpPr>
      <dsp:spPr>
        <a:xfrm>
          <a:off x="4009224" y="1073949"/>
          <a:ext cx="3006918" cy="19093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CA" sz="3800" kern="1200"/>
            <a:t>Espérance de vie &gt;30 ans</a:t>
          </a:r>
          <a:endParaRPr lang="en-US" sz="3800" kern="1200"/>
        </a:p>
      </dsp:txBody>
      <dsp:txXfrm>
        <a:off x="4065148" y="1129873"/>
        <a:ext cx="2895070" cy="1797545"/>
      </dsp:txXfrm>
    </dsp:sp>
    <dsp:sp modelId="{2BE4893F-51F5-4377-ABA0-82E5B3E8A7D8}">
      <dsp:nvSpPr>
        <dsp:cNvPr id="0" name=""/>
        <dsp:cNvSpPr/>
      </dsp:nvSpPr>
      <dsp:spPr>
        <a:xfrm>
          <a:off x="7350244" y="756552"/>
          <a:ext cx="3006918" cy="19093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220E4E-4EF4-498A-90FB-A280214E27FB}">
      <dsp:nvSpPr>
        <dsp:cNvPr id="0" name=""/>
        <dsp:cNvSpPr/>
      </dsp:nvSpPr>
      <dsp:spPr>
        <a:xfrm>
          <a:off x="7684346" y="1073949"/>
          <a:ext cx="3006918" cy="19093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CA" sz="3800" kern="1200"/>
            <a:t>2 sites de fraie connus</a:t>
          </a:r>
          <a:endParaRPr lang="en-US" sz="3800" kern="1200"/>
        </a:p>
      </dsp:txBody>
      <dsp:txXfrm>
        <a:off x="7740270" y="1129873"/>
        <a:ext cx="2895070" cy="179754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2026-04-16</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a:t>Ex. les individus stockés pourrait ne pas connaître le lieu de fraie</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14</a:t>
            </a:fld>
            <a:endParaRPr lang="fr-CA"/>
          </a:p>
        </p:txBody>
      </p:sp>
    </p:spTree>
    <p:extLst>
      <p:ext uri="{BB962C8B-B14F-4D97-AF65-F5344CB8AC3E}">
        <p14:creationId xmlns:p14="http://schemas.microsoft.com/office/powerpoint/2010/main" val="13221090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9D15B-114A-3505-8E5F-15BA8B48C21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7BFEFD-5229-4463-8239-9870EE864B6B}"/>
              </a:ext>
            </a:extLst>
          </p:cNvPr>
          <p:cNvSpPr>
            <a:spLocks noGrp="1" noRot="1" noChangeAspect="1"/>
          </p:cNvSpPr>
          <p:nvPr>
            <p:ph type="sldImg"/>
          </p:nvPr>
        </p:nvSpPr>
        <p:spPr/>
        <p:txBody>
          <a:bodyPr/>
          <a:lstStyle/>
          <a:p>
            <a:endParaRPr lang="fr-CA"/>
          </a:p>
        </p:txBody>
      </p:sp>
      <p:sp>
        <p:nvSpPr>
          <p:cNvPr id="3" name="Espace réservé des notes 2">
            <a:extLst>
              <a:ext uri="{FF2B5EF4-FFF2-40B4-BE49-F238E27FC236}">
                <a16:creationId xmlns:a16="http://schemas.microsoft.com/office/drawing/2014/main" id="{864C426F-8D61-023B-4BEE-F0F2B01F5A8C}"/>
              </a:ext>
            </a:extLst>
          </p:cNvPr>
          <p:cNvSpPr>
            <a:spLocks noGrp="1"/>
          </p:cNvSpPr>
          <p:nvPr>
            <p:ph type="body" idx="1"/>
          </p:nvPr>
        </p:nvSpPr>
        <p:spPr/>
        <p:txBody>
          <a:bodyPr/>
          <a:lstStyle/>
          <a:p>
            <a:r>
              <a:rPr lang="fr-CA"/>
              <a:t>Parler du critère du COSEPAC avec les analyses de viabilité pour 100 ans</a:t>
            </a:r>
          </a:p>
        </p:txBody>
      </p:sp>
      <p:sp>
        <p:nvSpPr>
          <p:cNvPr id="4" name="Espace réservé du numéro de diapositive 3">
            <a:extLst>
              <a:ext uri="{FF2B5EF4-FFF2-40B4-BE49-F238E27FC236}">
                <a16:creationId xmlns:a16="http://schemas.microsoft.com/office/drawing/2014/main" id="{646BE399-D1BF-B6D7-C969-EE318936F089}"/>
              </a:ext>
            </a:extLst>
          </p:cNvPr>
          <p:cNvSpPr>
            <a:spLocks noGrp="1"/>
          </p:cNvSpPr>
          <p:nvPr>
            <p:ph type="sldNum" sz="quarter" idx="5"/>
          </p:nvPr>
        </p:nvSpPr>
        <p:spPr/>
        <p:txBody>
          <a:bodyPr/>
          <a:lstStyle/>
          <a:p>
            <a:fld id="{EA5809C9-D391-499D-8A4B-F46E79386DAE}" type="slidenum">
              <a:rPr lang="fr-CA" smtClean="0"/>
              <a:t>18</a:t>
            </a:fld>
            <a:endParaRPr lang="fr-CA"/>
          </a:p>
        </p:txBody>
      </p:sp>
    </p:spTree>
    <p:extLst>
      <p:ext uri="{BB962C8B-B14F-4D97-AF65-F5344CB8AC3E}">
        <p14:creationId xmlns:p14="http://schemas.microsoft.com/office/powerpoint/2010/main" val="1380242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4/16/2026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4/16/2026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4/16/2026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4/16/2026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4/16/2026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4/16/2026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4/16/2026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4/16/2026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4/16/2026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4/16/2026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4/16/2026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4/16/2026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hyperlink" Target="https://doi.org/10.2305/IUCN.UK.2014-1.RLTS.T13917A58135857.en" TargetMode="External"/><Relationship Id="rId3" Type="http://schemas.openxmlformats.org/officeDocument/2006/relationships/hyperlink" Target="https://numerique.banq.qc.ca/patrimoine/details/52327/66775" TargetMode="External"/><Relationship Id="rId7" Type="http://schemas.openxmlformats.org/officeDocument/2006/relationships/hyperlink" Target="https://doi.org/10.1139/z92-191" TargetMode="External"/><Relationship Id="rId2" Type="http://schemas.openxmlformats.org/officeDocument/2006/relationships/hyperlink" Target="https://doi.org/10.3354/esr01395" TargetMode="External"/><Relationship Id="rId1" Type="http://schemas.openxmlformats.org/officeDocument/2006/relationships/slideLayout" Target="../slideLayouts/slideLayout2.xml"/><Relationship Id="rId6" Type="http://schemas.openxmlformats.org/officeDocument/2006/relationships/hyperlink" Target="https://portals.iucn.org/library/node/15279" TargetMode="External"/><Relationship Id="rId11" Type="http://schemas.openxmlformats.org/officeDocument/2006/relationships/hyperlink" Target="https://www.researchgate.net/publication/356970163_Reproduction_artificielle_ensemencements_et_suivi_de_la_population_du_chevalier_cuivre_Moxostoma_hubbsi_en_2019" TargetMode="External"/><Relationship Id="rId5" Type="http://schemas.openxmlformats.org/officeDocument/2006/relationships/hyperlink" Target="https://doi.org/10.64898/2026.02.04.703802" TargetMode="External"/><Relationship Id="rId10" Type="http://schemas.openxmlformats.org/officeDocument/2006/relationships/hyperlink" Target="https://doi.org/10.13140/RG.2.2.33614.79689" TargetMode="External"/><Relationship Id="rId4" Type="http://schemas.openxmlformats.org/officeDocument/2006/relationships/hyperlink" Target="https://www.quebec.ca/agriculture-environnement-et-ressources-naturelles/faune/animaux-sauvages-quebec/fiches-especes-fauniques/chevalier-cuivre" TargetMode="External"/><Relationship Id="rId9" Type="http://schemas.openxmlformats.org/officeDocument/2006/relationships/hyperlink" Target="https://doi.org/10.1016/j.biocon.2011.04.01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a:t>Figure 1 : Distribution courante et historique du chevalier cuivré (</a:t>
            </a:r>
            <a:r>
              <a:rPr lang="fr-CA" sz="1200" i="1" err="1"/>
              <a:t>Moxostoma</a:t>
            </a:r>
            <a:r>
              <a:rPr lang="fr-CA" sz="1200" i="1"/>
              <a:t> </a:t>
            </a:r>
            <a:r>
              <a:rPr lang="fr-CA" sz="1200" i="1" err="1"/>
              <a:t>hubbsi</a:t>
            </a:r>
            <a:r>
              <a:rPr lang="fr-CA" sz="1200"/>
              <a:t>) au Québec, Canada ; tiré de </a:t>
            </a:r>
            <a:r>
              <a:rPr lang="fr-CA" sz="1200" err="1"/>
              <a:t>Bannester</a:t>
            </a:r>
            <a:r>
              <a:rPr lang="fr-CA" sz="120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a:t>Traits d’histoire de vie</a:t>
            </a:r>
          </a:p>
        </p:txBody>
      </p:sp>
      <p:graphicFrame>
        <p:nvGraphicFramePr>
          <p:cNvPr id="6" name="Espace réservé du contenu 2">
            <a:extLst>
              <a:ext uri="{FF2B5EF4-FFF2-40B4-BE49-F238E27FC236}">
                <a16:creationId xmlns:a16="http://schemas.microsoft.com/office/drawing/2014/main" id="{5A794BAE-EB09-B02E-F77D-B89EA998F569}"/>
              </a:ext>
            </a:extLst>
          </p:cNvPr>
          <p:cNvGraphicFramePr>
            <a:graphicFrameLocks noGrp="1"/>
          </p:cNvGraphicFramePr>
          <p:nvPr>
            <p:ph idx="1"/>
          </p:nvPr>
        </p:nvGraphicFramePr>
        <p:xfrm>
          <a:off x="700635" y="2221992"/>
          <a:ext cx="10691265" cy="37398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a:t>(</a:t>
            </a:r>
            <a:r>
              <a:rPr lang="fr-CA" sz="1200" err="1"/>
              <a:t>Mongeau</a:t>
            </a:r>
            <a:r>
              <a:rPr lang="fr-CA" sz="120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a:t>Fragmentation de l’habitat</a:t>
            </a:r>
          </a:p>
          <a:p>
            <a:pPr>
              <a:lnSpc>
                <a:spcPct val="200000"/>
              </a:lnSpc>
            </a:pPr>
            <a:r>
              <a:rPr lang="fr-CA"/>
              <a:t>Pollution</a:t>
            </a:r>
          </a:p>
          <a:p>
            <a:pPr>
              <a:lnSpc>
                <a:spcPct val="200000"/>
              </a:lnSpc>
            </a:pPr>
            <a:r>
              <a:rPr lang="fr-CA"/>
              <a:t>Espèces envahissantes (Tanche et Gobie à taches noires) </a:t>
            </a:r>
          </a:p>
          <a:p>
            <a:pPr>
              <a:lnSpc>
                <a:spcPct val="200000"/>
              </a:lnSpc>
            </a:pPr>
            <a:r>
              <a:rPr lang="fr-CA"/>
              <a:t>Changements climatiques</a:t>
            </a:r>
          </a:p>
          <a:p>
            <a:pPr>
              <a:lnSpc>
                <a:spcPct val="200000"/>
              </a:lnSpc>
            </a:pPr>
            <a:endParaRPr lang="fr-CA"/>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a:t>Passe à poisson au Canal Saint-Ours</a:t>
            </a:r>
          </a:p>
          <a:p>
            <a:pPr>
              <a:lnSpc>
                <a:spcPct val="200000"/>
              </a:lnSpc>
            </a:pPr>
            <a:r>
              <a:rPr lang="fr-CA"/>
              <a:t>Protection du site de fraie de Chambly</a:t>
            </a:r>
          </a:p>
          <a:p>
            <a:pPr>
              <a:lnSpc>
                <a:spcPct val="200000"/>
              </a:lnSpc>
            </a:pPr>
            <a:r>
              <a:rPr lang="fr-CA"/>
              <a:t>Changement à la loi sur la pêche</a:t>
            </a:r>
          </a:p>
          <a:p>
            <a:pPr>
              <a:lnSpc>
                <a:spcPct val="200000"/>
              </a:lnSpc>
            </a:pPr>
            <a:r>
              <a:rPr lang="fr-CA"/>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a:t>Adultes : Étude avec tailles et fécondités (</a:t>
            </a:r>
            <a:r>
              <a:rPr lang="fr-CA" err="1"/>
              <a:t>Mongeau</a:t>
            </a:r>
            <a:r>
              <a:rPr lang="fr-CA"/>
              <a:t> et al., 1986 ; </a:t>
            </a:r>
            <a:r>
              <a:rPr lang="fr-CA" err="1"/>
              <a:t>Mongeau</a:t>
            </a:r>
            <a:r>
              <a:rPr lang="fr-CA"/>
              <a:t> et al., 1992)</a:t>
            </a:r>
          </a:p>
          <a:p>
            <a:r>
              <a:rPr lang="fr-CA"/>
              <a:t>Subadultes : Proviennent des chevaliers élevés en captivité (Vachon 2020, 2021b,c)</a:t>
            </a:r>
          </a:p>
          <a:p>
            <a:pPr lvl="1"/>
            <a:endParaRPr lang="fr-CA"/>
          </a:p>
          <a:p>
            <a:pPr lvl="1"/>
            <a:endParaRPr lang="fr-CA"/>
          </a:p>
          <a:p>
            <a:r>
              <a:rPr lang="fr-CA"/>
              <a:t>Résultat : 3 Matrice de Leslie</a:t>
            </a:r>
          </a:p>
          <a:p>
            <a:pPr lvl="1"/>
            <a:r>
              <a:rPr lang="fr-CA"/>
              <a:t>Mesurée (</a:t>
            </a:r>
            <a:r>
              <a:rPr lang="el-GR"/>
              <a:t>λ </a:t>
            </a:r>
            <a:r>
              <a:rPr lang="fr-CA"/>
              <a:t>= 0.957)</a:t>
            </a:r>
          </a:p>
          <a:p>
            <a:pPr lvl="1"/>
            <a:r>
              <a:rPr lang="fr-CA"/>
              <a:t>Menacée (</a:t>
            </a:r>
            <a:r>
              <a:rPr lang="el-GR"/>
              <a:t>λ </a:t>
            </a:r>
            <a:r>
              <a:rPr lang="fr-CA"/>
              <a:t>= 0.984)</a:t>
            </a:r>
          </a:p>
          <a:p>
            <a:pPr lvl="1"/>
            <a:r>
              <a:rPr lang="fr-CA"/>
              <a:t>Nulle (</a:t>
            </a:r>
            <a:r>
              <a:rPr lang="el-GR"/>
              <a:t>λ </a:t>
            </a:r>
            <a:r>
              <a:rPr lang="fr-CA"/>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a:t>Tableau 1 : Valeurs de la matrice de Leslie mesurées. Tiré de </a:t>
            </a:r>
            <a:r>
              <a:rPr lang="fr-CA" sz="1200" err="1"/>
              <a:t>Bannester</a:t>
            </a:r>
            <a:r>
              <a:rPr lang="fr-CA" sz="120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9" name="Rectangle 18">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3A5A10E-A61E-2445-131F-98F4232F9171}"/>
              </a:ext>
            </a:extLst>
          </p:cNvPr>
          <p:cNvSpPr>
            <a:spLocks noGrp="1"/>
          </p:cNvSpPr>
          <p:nvPr>
            <p:ph type="title"/>
          </p:nvPr>
        </p:nvSpPr>
        <p:spPr>
          <a:xfrm>
            <a:off x="695326" y="4742029"/>
            <a:ext cx="10765912" cy="925950"/>
          </a:xfrm>
        </p:spPr>
        <p:txBody>
          <a:bodyPr vert="horz" lIns="91440" tIns="45720" rIns="91440" bIns="45720" rtlCol="0" anchor="t">
            <a:normAutofit/>
          </a:bodyPr>
          <a:lstStyle/>
          <a:p>
            <a:r>
              <a:rPr lang="en-US" sz="5400"/>
              <a:t>Modèle</a:t>
            </a:r>
          </a:p>
        </p:txBody>
      </p:sp>
      <p:pic>
        <p:nvPicPr>
          <p:cNvPr id="10" name="Image 9">
            <a:extLst>
              <a:ext uri="{FF2B5EF4-FFF2-40B4-BE49-F238E27FC236}">
                <a16:creationId xmlns:a16="http://schemas.microsoft.com/office/drawing/2014/main" id="{9D9C65FB-6DB1-A9D5-4232-01BDE010BE4E}"/>
              </a:ext>
            </a:extLst>
          </p:cNvPr>
          <p:cNvPicPr>
            <a:picLocks noChangeAspect="1"/>
          </p:cNvPicPr>
          <p:nvPr/>
        </p:nvPicPr>
        <p:blipFill>
          <a:blip r:embed="rId2"/>
          <a:stretch>
            <a:fillRect/>
          </a:stretch>
        </p:blipFill>
        <p:spPr>
          <a:xfrm>
            <a:off x="800100" y="422072"/>
            <a:ext cx="5134573" cy="3170598"/>
          </a:xfrm>
          <a:prstGeom prst="rect">
            <a:avLst/>
          </a:prstGeom>
        </p:spPr>
      </p:pic>
      <p:pic>
        <p:nvPicPr>
          <p:cNvPr id="7" name="Image 6">
            <a:extLst>
              <a:ext uri="{FF2B5EF4-FFF2-40B4-BE49-F238E27FC236}">
                <a16:creationId xmlns:a16="http://schemas.microsoft.com/office/drawing/2014/main" id="{A7047DCF-1E5A-A37A-7B89-E425EBDB3458}"/>
              </a:ext>
            </a:extLst>
          </p:cNvPr>
          <p:cNvPicPr>
            <a:picLocks noChangeAspect="1"/>
          </p:cNvPicPr>
          <p:nvPr/>
        </p:nvPicPr>
        <p:blipFill>
          <a:blip r:embed="rId3"/>
          <a:stretch>
            <a:fillRect/>
          </a:stretch>
        </p:blipFill>
        <p:spPr>
          <a:xfrm>
            <a:off x="6272812" y="422072"/>
            <a:ext cx="5119088" cy="3161036"/>
          </a:xfrm>
          <a:prstGeom prst="rect">
            <a:avLst/>
          </a:prstGeom>
        </p:spPr>
      </p:pic>
      <p:cxnSp>
        <p:nvCxnSpPr>
          <p:cNvPr id="21" name="Straight Connector 20">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ZoneTexte 2">
            <a:extLst>
              <a:ext uri="{FF2B5EF4-FFF2-40B4-BE49-F238E27FC236}">
                <a16:creationId xmlns:a16="http://schemas.microsoft.com/office/drawing/2014/main" id="{76DBA5CA-9694-DA50-372E-DE9E5298136C}"/>
              </a:ext>
            </a:extLst>
          </p:cNvPr>
          <p:cNvSpPr txBox="1"/>
          <p:nvPr/>
        </p:nvSpPr>
        <p:spPr>
          <a:xfrm>
            <a:off x="782382" y="3670239"/>
            <a:ext cx="5295900" cy="646331"/>
          </a:xfrm>
          <a:prstGeom prst="rect">
            <a:avLst/>
          </a:prstGeom>
          <a:noFill/>
        </p:spPr>
        <p:txBody>
          <a:bodyPr wrap="square" rtlCol="0">
            <a:spAutoFit/>
          </a:bodyPr>
          <a:lstStyle/>
          <a:p>
            <a:pPr algn="just"/>
            <a:r>
              <a:rPr lang="fr-CA" sz="1200"/>
              <a:t>Figure 2 : Exemples de distributions Beta selon des valeurs de Beta utilisées dans notre analyse. Le paramètre Alpha est déterminé selon </a:t>
            </a:r>
          </a:p>
          <a:p>
            <a:pPr algn="just"/>
            <a:r>
              <a:rPr lang="fr-CA" sz="1200"/>
              <a:t>(</a:t>
            </a:r>
            <a:r>
              <a:rPr lang="fr-CA" sz="1200" err="1"/>
              <a:t>Survie</a:t>
            </a:r>
            <a:r>
              <a:rPr lang="fr-CA" sz="1200" baseline="-25000" err="1"/>
              <a:t>stade</a:t>
            </a:r>
            <a:r>
              <a:rPr lang="fr-CA" sz="1200"/>
              <a:t> * Beta) / (1 – </a:t>
            </a:r>
            <a:r>
              <a:rPr lang="fr-CA" sz="1200" err="1"/>
              <a:t>Survie</a:t>
            </a:r>
            <a:r>
              <a:rPr lang="fr-CA" sz="1200" baseline="-25000" err="1"/>
              <a:t>stade</a:t>
            </a:r>
            <a:r>
              <a:rPr lang="fr-CA" sz="1200"/>
              <a:t>)</a:t>
            </a:r>
          </a:p>
        </p:txBody>
      </p:sp>
      <p:sp>
        <p:nvSpPr>
          <p:cNvPr id="4" name="ZoneTexte 3">
            <a:extLst>
              <a:ext uri="{FF2B5EF4-FFF2-40B4-BE49-F238E27FC236}">
                <a16:creationId xmlns:a16="http://schemas.microsoft.com/office/drawing/2014/main" id="{0975B400-8C59-591A-0177-77A6A072BEDE}"/>
              </a:ext>
            </a:extLst>
          </p:cNvPr>
          <p:cNvSpPr txBox="1"/>
          <p:nvPr/>
        </p:nvSpPr>
        <p:spPr>
          <a:xfrm>
            <a:off x="6272812" y="3654103"/>
            <a:ext cx="5119088" cy="461665"/>
          </a:xfrm>
          <a:prstGeom prst="rect">
            <a:avLst/>
          </a:prstGeom>
          <a:noFill/>
        </p:spPr>
        <p:txBody>
          <a:bodyPr wrap="square" rtlCol="0">
            <a:spAutoFit/>
          </a:bodyPr>
          <a:lstStyle/>
          <a:p>
            <a:pPr algn="just"/>
            <a:r>
              <a:rPr lang="fr-CA" sz="1200"/>
              <a:t>Figure 3 : Exemple de distribution normale d’écart-type égal à 0,25, tel qu’utilisé dans un but de stochasticité de la fécondité dans notre modèle</a:t>
            </a:r>
          </a:p>
        </p:txBody>
      </p:sp>
    </p:spTree>
    <p:extLst>
      <p:ext uri="{BB962C8B-B14F-4D97-AF65-F5344CB8AC3E}">
        <p14:creationId xmlns:p14="http://schemas.microsoft.com/office/powerpoint/2010/main" val="3943359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a:t>Figure </a:t>
            </a:r>
            <a:r>
              <a:rPr lang="fr-CA" sz="1600"/>
              <a:t>4</a:t>
            </a:r>
            <a:r>
              <a:rPr lang="fr-CA" sz="1600" noProof="0"/>
              <a:t> : À gauche, résultats de l’étude de </a:t>
            </a:r>
            <a:r>
              <a:rPr lang="fr-CA" sz="1600" noProof="0" err="1"/>
              <a:t>Bannester</a:t>
            </a:r>
            <a:r>
              <a:rPr lang="fr-CA" sz="1600" noProof="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a:t>Figure 5 : À gauche, résultats de l’étude de </a:t>
            </a:r>
            <a:r>
              <a:rPr lang="fr-CA" sz="1600" noProof="0" err="1"/>
              <a:t>Bannester</a:t>
            </a:r>
            <a:r>
              <a:rPr lang="fr-CA" sz="1600" noProof="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err="1"/>
              <a:t>ICs</a:t>
            </a:r>
            <a:endParaRPr lang="fr-CA" sz="1600" noProof="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852863"/>
            <a:ext cx="9601200" cy="1077218"/>
          </a:xfrm>
          <a:prstGeom prst="rect">
            <a:avLst/>
          </a:prstGeom>
          <a:noFill/>
        </p:spPr>
        <p:txBody>
          <a:bodyPr wrap="square" rtlCol="0">
            <a:spAutoFit/>
          </a:bodyPr>
          <a:lstStyle/>
          <a:p>
            <a:pPr algn="just"/>
            <a:r>
              <a:rPr lang="fr-CA" sz="1600" noProof="0"/>
              <a:t>Figure 6 : À gauche, résultats de l’étude de </a:t>
            </a:r>
            <a:r>
              <a:rPr lang="fr-CA" sz="1600" noProof="0" err="1"/>
              <a:t>Bannester</a:t>
            </a:r>
            <a:r>
              <a:rPr lang="fr-CA" sz="1600" noProof="0"/>
              <a:t>-Marchand et al. (2025), à droite, résultats de notre analyse. Est représenté :</a:t>
            </a:r>
            <a:r>
              <a:rPr lang="fr-CA" sz="160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pic>
        <p:nvPicPr>
          <p:cNvPr id="6" name="Image 5">
            <a:extLst>
              <a:ext uri="{FF2B5EF4-FFF2-40B4-BE49-F238E27FC236}">
                <a16:creationId xmlns:a16="http://schemas.microsoft.com/office/drawing/2014/main" id="{57A977B4-F0B7-1A94-5F50-6DB61D43BE7B}"/>
              </a:ext>
            </a:extLst>
          </p:cNvPr>
          <p:cNvPicPr>
            <a:picLocks noChangeAspect="1"/>
          </p:cNvPicPr>
          <p:nvPr/>
        </p:nvPicPr>
        <p:blipFill>
          <a:blip r:embed="rId2"/>
          <a:stretch>
            <a:fillRect/>
          </a:stretch>
        </p:blipFill>
        <p:spPr>
          <a:xfrm>
            <a:off x="1133475" y="1149359"/>
            <a:ext cx="4962525" cy="3417648"/>
          </a:xfrm>
          <a:prstGeom prst="rect">
            <a:avLst/>
          </a:prstGeom>
        </p:spPr>
      </p:pic>
      <p:pic>
        <p:nvPicPr>
          <p:cNvPr id="10" name="Image 9">
            <a:extLst>
              <a:ext uri="{FF2B5EF4-FFF2-40B4-BE49-F238E27FC236}">
                <a16:creationId xmlns:a16="http://schemas.microsoft.com/office/drawing/2014/main" id="{8F3BD6FE-B164-B9F2-09BB-32BB144C5117}"/>
              </a:ext>
            </a:extLst>
          </p:cNvPr>
          <p:cNvPicPr>
            <a:picLocks noChangeAspect="1"/>
          </p:cNvPicPr>
          <p:nvPr/>
        </p:nvPicPr>
        <p:blipFill>
          <a:blip r:embed="rId3">
            <a:extLst>
              <a:ext uri="{28A0092B-C50C-407E-A947-70E740481C1C}">
                <a14:useLocalDpi xmlns:a14="http://schemas.microsoft.com/office/drawing/2010/main" val="0"/>
              </a:ext>
            </a:extLst>
          </a:blip>
          <a:srcRect t="7092"/>
          <a:stretch>
            <a:fillRect/>
          </a:stretch>
        </p:blipFill>
        <p:spPr>
          <a:xfrm>
            <a:off x="6096000" y="927919"/>
            <a:ext cx="5222494" cy="3639088"/>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r>
              <a:rPr lang="fr-CA"/>
              <a:t>Discussion</a:t>
            </a:r>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vert="horz" lIns="91440" tIns="45720" rIns="91440" bIns="45720" rtlCol="0" anchor="t">
            <a:normAutofit/>
          </a:bodyPr>
          <a:lstStyle/>
          <a:p>
            <a:pPr>
              <a:lnSpc>
                <a:spcPct val="200000"/>
              </a:lnSpc>
            </a:pPr>
            <a:r>
              <a:rPr lang="fr-CA"/>
              <a:t>Augmenter ensemencement niveau proposé par Bernatchez (2004) = effet négligeable</a:t>
            </a:r>
          </a:p>
          <a:p>
            <a:pPr>
              <a:lnSpc>
                <a:spcPct val="200000"/>
              </a:lnSpc>
            </a:pPr>
            <a:r>
              <a:rPr lang="fr-CA"/>
              <a:t>Recommandation à mettre en place : ensemencement d’individus plus âgés (en plus)</a:t>
            </a:r>
          </a:p>
          <a:p>
            <a:pPr>
              <a:lnSpc>
                <a:spcPct val="200000"/>
              </a:lnSpc>
            </a:pPr>
            <a:r>
              <a:rPr lang="fr-CA"/>
              <a:t>Ensemencement d’âge 10 = théoriquement le mieux, mais…</a:t>
            </a:r>
            <a:br>
              <a:rPr lang="fr-CA"/>
            </a:br>
            <a:r>
              <a:rPr lang="fr-CA"/>
              <a:t> possibilité de phénotype ou comportements mal adaptés (Roberts et al., 2011)</a:t>
            </a:r>
          </a:p>
          <a:p>
            <a:pPr>
              <a:lnSpc>
                <a:spcPct val="200000"/>
              </a:lnSpc>
            </a:pPr>
            <a:endParaRPr lang="fr-CA"/>
          </a:p>
        </p:txBody>
      </p:sp>
    </p:spTree>
    <p:extLst>
      <p:ext uri="{BB962C8B-B14F-4D97-AF65-F5344CB8AC3E}">
        <p14:creationId xmlns:p14="http://schemas.microsoft.com/office/powerpoint/2010/main" val="400772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94E064B-C271-D942-847D-C57AA49309EB}"/>
              </a:ext>
            </a:extLst>
          </p:cNvPr>
          <p:cNvSpPr>
            <a:spLocks noGrp="1"/>
          </p:cNvSpPr>
          <p:nvPr>
            <p:ph type="title"/>
          </p:nvPr>
        </p:nvSpPr>
        <p:spPr>
          <a:xfrm>
            <a:off x="704087" y="559063"/>
            <a:ext cx="3306747" cy="5256025"/>
          </a:xfrm>
        </p:spPr>
        <p:txBody>
          <a:bodyPr>
            <a:normAutofit/>
          </a:bodyPr>
          <a:lstStyle/>
          <a:p>
            <a:r>
              <a:rPr lang="fr-CA" sz="3600"/>
              <a:t>Impact sur la conservation</a:t>
            </a:r>
          </a:p>
        </p:txBody>
      </p:sp>
      <p:sp>
        <p:nvSpPr>
          <p:cNvPr id="3" name="Espace réservé du contenu 2">
            <a:extLst>
              <a:ext uri="{FF2B5EF4-FFF2-40B4-BE49-F238E27FC236}">
                <a16:creationId xmlns:a16="http://schemas.microsoft.com/office/drawing/2014/main" id="{985811B9-89CF-1E2E-CD4B-69C7E3D221C2}"/>
              </a:ext>
            </a:extLst>
          </p:cNvPr>
          <p:cNvSpPr>
            <a:spLocks noGrp="1"/>
          </p:cNvSpPr>
          <p:nvPr>
            <p:ph idx="1"/>
          </p:nvPr>
        </p:nvSpPr>
        <p:spPr>
          <a:xfrm>
            <a:off x="4643022" y="622249"/>
            <a:ext cx="6844892" cy="5639712"/>
          </a:xfrm>
        </p:spPr>
        <p:txBody>
          <a:bodyPr>
            <a:normAutofit/>
          </a:bodyPr>
          <a:lstStyle/>
          <a:p>
            <a:pPr>
              <a:lnSpc>
                <a:spcPct val="200000"/>
              </a:lnSpc>
            </a:pPr>
            <a:r>
              <a:rPr lang="fr-CA"/>
              <a:t>Ensemencement encore nécessaire pour l’instant (Figure 4)</a:t>
            </a:r>
          </a:p>
          <a:p>
            <a:pPr marL="0" indent="0">
              <a:lnSpc>
                <a:spcPct val="200000"/>
              </a:lnSpc>
              <a:buNone/>
            </a:pPr>
            <a:endParaRPr lang="fr-CA"/>
          </a:p>
          <a:p>
            <a:pPr>
              <a:lnSpc>
                <a:spcPct val="200000"/>
              </a:lnSpc>
            </a:pPr>
            <a:r>
              <a:rPr lang="fr-CA"/>
              <a:t>Déclin potentiel de 80% selon nos résultats donc confirme statut en voie de disparition</a:t>
            </a:r>
          </a:p>
          <a:p>
            <a:pPr lvl="1">
              <a:lnSpc>
                <a:spcPct val="200000"/>
              </a:lnSpc>
            </a:pPr>
            <a:r>
              <a:rPr lang="fr-CA" sz="2000"/>
              <a:t>Donc action nécessaire</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806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66DD8-8219-CF1B-134B-3A3C1821891D}"/>
              </a:ext>
            </a:extLst>
          </p:cNvPr>
          <p:cNvSpPr>
            <a:spLocks noGrp="1"/>
          </p:cNvSpPr>
          <p:nvPr>
            <p:ph type="title"/>
          </p:nvPr>
        </p:nvSpPr>
        <p:spPr/>
        <p:txBody>
          <a:bodyPr/>
          <a:lstStyle/>
          <a:p>
            <a:r>
              <a:rPr lang="fr-CA"/>
              <a:t>Limitations de l’étude</a:t>
            </a:r>
          </a:p>
        </p:txBody>
      </p:sp>
      <p:sp>
        <p:nvSpPr>
          <p:cNvPr id="3" name="Espace réservé du contenu 2">
            <a:extLst>
              <a:ext uri="{FF2B5EF4-FFF2-40B4-BE49-F238E27FC236}">
                <a16:creationId xmlns:a16="http://schemas.microsoft.com/office/drawing/2014/main" id="{76E70E93-C46E-8BE3-F6AA-2FF55DA44A33}"/>
              </a:ext>
            </a:extLst>
          </p:cNvPr>
          <p:cNvSpPr>
            <a:spLocks noGrp="1"/>
          </p:cNvSpPr>
          <p:nvPr>
            <p:ph idx="1"/>
          </p:nvPr>
        </p:nvSpPr>
        <p:spPr/>
        <p:txBody>
          <a:bodyPr/>
          <a:lstStyle/>
          <a:p>
            <a:pPr>
              <a:lnSpc>
                <a:spcPct val="200000"/>
              </a:lnSpc>
            </a:pPr>
            <a:r>
              <a:rPr lang="fr-CA"/>
              <a:t>N'inclue pas de facteurs de prédation ou de dégradation de l’habitat</a:t>
            </a:r>
          </a:p>
          <a:p>
            <a:pPr>
              <a:lnSpc>
                <a:spcPct val="200000"/>
              </a:lnSpc>
            </a:pPr>
            <a:r>
              <a:rPr lang="fr-CA"/>
              <a:t>Valeurs stades juvéniles tirées de Dahlberg (1979) = pas des </a:t>
            </a:r>
            <a:r>
              <a:rPr lang="fr-CA" i="1"/>
              <a:t>M.</a:t>
            </a:r>
            <a:r>
              <a:rPr lang="fr-CA"/>
              <a:t> </a:t>
            </a:r>
            <a:r>
              <a:rPr lang="fr-CA" i="1"/>
              <a:t>hubbsi </a:t>
            </a:r>
            <a:r>
              <a:rPr lang="fr-CA"/>
              <a:t>(surestimation possible)</a:t>
            </a:r>
          </a:p>
          <a:p>
            <a:pPr>
              <a:lnSpc>
                <a:spcPct val="200000"/>
              </a:lnSpc>
            </a:pPr>
            <a:r>
              <a:rPr lang="fr-CA"/>
              <a:t>Survie des ensemencements = survie des sauvages</a:t>
            </a:r>
          </a:p>
          <a:p>
            <a:pPr>
              <a:lnSpc>
                <a:spcPct val="200000"/>
              </a:lnSpc>
            </a:pPr>
            <a:r>
              <a:rPr lang="fr-CA"/>
              <a:t>Impossible individus &gt;30 ans</a:t>
            </a:r>
          </a:p>
          <a:p>
            <a:pPr>
              <a:lnSpc>
                <a:spcPct val="200000"/>
              </a:lnSpc>
            </a:pPr>
            <a:r>
              <a:rPr lang="fr-CA"/>
              <a:t>Pas d’impact de la génétique</a:t>
            </a:r>
          </a:p>
        </p:txBody>
      </p:sp>
    </p:spTree>
    <p:extLst>
      <p:ext uri="{BB962C8B-B14F-4D97-AF65-F5344CB8AC3E}">
        <p14:creationId xmlns:p14="http://schemas.microsoft.com/office/powerpoint/2010/main" val="1896708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6592201-F93D-A145-140C-4ED4769B3007}"/>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Partie 2</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1359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C7F8A-0557-FFDE-1AE9-469E5043F96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DEE23635-D68A-9CD7-1CEF-D2ABFA254CC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5C4AC6B-B2EE-A7DF-385F-291C8C677DA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5ACD05F8-EE2D-EEE4-4810-825223389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7A7EB5A-FA1F-F440-F699-BDAE13D981A1}"/>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Un </a:t>
            </a:r>
            <a:r>
              <a:rPr lang="en-US" sz="6000" err="1"/>
              <a:t>modèle</a:t>
            </a:r>
            <a:r>
              <a:rPr lang="en-US" sz="6000"/>
              <a:t> plus simple </a:t>
            </a:r>
            <a:r>
              <a:rPr lang="en-US" sz="6000" err="1"/>
              <a:t>peut</a:t>
            </a:r>
            <a:r>
              <a:rPr lang="en-US" sz="6000"/>
              <a:t>-il représenter la </a:t>
            </a:r>
            <a:r>
              <a:rPr lang="en-US" sz="6000" err="1"/>
              <a:t>réalité</a:t>
            </a:r>
            <a:r>
              <a:rPr lang="en-US" sz="6000"/>
              <a:t>?</a:t>
            </a:r>
          </a:p>
        </p:txBody>
      </p:sp>
      <p:cxnSp>
        <p:nvCxnSpPr>
          <p:cNvPr id="13" name="Straight Connector 12">
            <a:extLst>
              <a:ext uri="{FF2B5EF4-FFF2-40B4-BE49-F238E27FC236}">
                <a16:creationId xmlns:a16="http://schemas.microsoft.com/office/drawing/2014/main" id="{7AFACF4A-BD98-A79D-280A-35C1F17AC7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39436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C2D6A5-520A-776E-E0CF-3651506DA145}"/>
              </a:ext>
            </a:extLst>
          </p:cNvPr>
          <p:cNvSpPr>
            <a:spLocks noGrp="1"/>
          </p:cNvSpPr>
          <p:nvPr>
            <p:ph type="title"/>
          </p:nvPr>
        </p:nvSpPr>
        <p:spPr/>
        <p:txBody>
          <a:bodyPr/>
          <a:lstStyle/>
          <a:p>
            <a:r>
              <a:rPr lang="fr-CA"/>
              <a:t>Méthode</a:t>
            </a:r>
          </a:p>
        </p:txBody>
      </p:sp>
      <p:sp>
        <p:nvSpPr>
          <p:cNvPr id="3" name="Espace réservé du contenu 2">
            <a:extLst>
              <a:ext uri="{FF2B5EF4-FFF2-40B4-BE49-F238E27FC236}">
                <a16:creationId xmlns:a16="http://schemas.microsoft.com/office/drawing/2014/main" id="{38AAA12E-716D-5899-9938-9C062F7A14B4}"/>
              </a:ext>
            </a:extLst>
          </p:cNvPr>
          <p:cNvSpPr>
            <a:spLocks noGrp="1"/>
          </p:cNvSpPr>
          <p:nvPr>
            <p:ph idx="1"/>
          </p:nvPr>
        </p:nvSpPr>
        <p:spPr/>
        <p:txBody>
          <a:bodyPr/>
          <a:lstStyle/>
          <a:p>
            <a:pPr>
              <a:lnSpc>
                <a:spcPct val="200000"/>
              </a:lnSpc>
            </a:pPr>
            <a:r>
              <a:rPr lang="fr-CA"/>
              <a:t>33 stades → 3 :</a:t>
            </a:r>
          </a:p>
          <a:p>
            <a:pPr lvl="1">
              <a:lnSpc>
                <a:spcPct val="200000"/>
              </a:lnSpc>
            </a:pPr>
            <a:r>
              <a:rPr lang="fr-CA"/>
              <a:t>Juvéniles (stades 1-3)</a:t>
            </a:r>
          </a:p>
          <a:p>
            <a:pPr lvl="1">
              <a:lnSpc>
                <a:spcPct val="200000"/>
              </a:lnSpc>
            </a:pPr>
            <a:r>
              <a:rPr lang="fr-CA"/>
              <a:t>Pré adultes (4-12)</a:t>
            </a:r>
          </a:p>
          <a:p>
            <a:pPr lvl="1">
              <a:lnSpc>
                <a:spcPct val="200000"/>
              </a:lnSpc>
            </a:pPr>
            <a:r>
              <a:rPr lang="fr-CA"/>
              <a:t>Adultes (13-32)</a:t>
            </a:r>
          </a:p>
          <a:p>
            <a:pPr>
              <a:lnSpc>
                <a:spcPct val="200000"/>
              </a:lnSpc>
            </a:pPr>
            <a:r>
              <a:rPr lang="fr-CA"/>
              <a:t>Utilisation de la méthode présentée dans </a:t>
            </a:r>
            <a:r>
              <a:rPr lang="fr-CA" err="1"/>
              <a:t>Hinrichsen</a:t>
            </a:r>
            <a:r>
              <a:rPr lang="fr-CA"/>
              <a:t> et al. (2026)</a:t>
            </a:r>
          </a:p>
        </p:txBody>
      </p:sp>
      <p:pic>
        <p:nvPicPr>
          <p:cNvPr id="5" name="Image 4">
            <a:extLst>
              <a:ext uri="{FF2B5EF4-FFF2-40B4-BE49-F238E27FC236}">
                <a16:creationId xmlns:a16="http://schemas.microsoft.com/office/drawing/2014/main" id="{9685D4F2-40A3-6B20-7AD7-ACCE12A4A00F}"/>
              </a:ext>
            </a:extLst>
          </p:cNvPr>
          <p:cNvPicPr>
            <a:picLocks noChangeAspect="1"/>
          </p:cNvPicPr>
          <p:nvPr/>
        </p:nvPicPr>
        <p:blipFill>
          <a:blip r:embed="rId2"/>
          <a:stretch>
            <a:fillRect/>
          </a:stretch>
        </p:blipFill>
        <p:spPr>
          <a:xfrm>
            <a:off x="6424521" y="3429000"/>
            <a:ext cx="1305107" cy="371527"/>
          </a:xfrm>
          <a:prstGeom prst="rect">
            <a:avLst/>
          </a:prstGeom>
        </p:spPr>
      </p:pic>
      <p:pic>
        <p:nvPicPr>
          <p:cNvPr id="7" name="Image 6">
            <a:extLst>
              <a:ext uri="{FF2B5EF4-FFF2-40B4-BE49-F238E27FC236}">
                <a16:creationId xmlns:a16="http://schemas.microsoft.com/office/drawing/2014/main" id="{BB415FDE-9E57-650D-4644-A3CC764FDA45}"/>
              </a:ext>
            </a:extLst>
          </p:cNvPr>
          <p:cNvPicPr>
            <a:picLocks noChangeAspect="1"/>
          </p:cNvPicPr>
          <p:nvPr/>
        </p:nvPicPr>
        <p:blipFill>
          <a:blip r:embed="rId3"/>
          <a:stretch>
            <a:fillRect/>
          </a:stretch>
        </p:blipFill>
        <p:spPr>
          <a:xfrm>
            <a:off x="8141582" y="3047946"/>
            <a:ext cx="2648320" cy="1133633"/>
          </a:xfrm>
          <a:prstGeom prst="rect">
            <a:avLst/>
          </a:prstGeom>
        </p:spPr>
      </p:pic>
      <p:sp>
        <p:nvSpPr>
          <p:cNvPr id="11" name="Flèche : courbe vers la droite 10">
            <a:extLst>
              <a:ext uri="{FF2B5EF4-FFF2-40B4-BE49-F238E27FC236}">
                <a16:creationId xmlns:a16="http://schemas.microsoft.com/office/drawing/2014/main" id="{7548656C-186D-3220-0CDB-0A482B5D9824}"/>
              </a:ext>
            </a:extLst>
          </p:cNvPr>
          <p:cNvSpPr/>
          <p:nvPr/>
        </p:nvSpPr>
        <p:spPr>
          <a:xfrm rot="13408708">
            <a:off x="8581230" y="4238713"/>
            <a:ext cx="799396" cy="1596650"/>
          </a:xfrm>
          <a:prstGeom prst="curvedRightArrow">
            <a:avLst>
              <a:gd name="adj1" fmla="val 6715"/>
              <a:gd name="adj2" fmla="val 50000"/>
              <a:gd name="adj3" fmla="val 53869"/>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A">
              <a:solidFill>
                <a:schemeClr val="tx1"/>
              </a:solidFill>
            </a:endParaRPr>
          </a:p>
        </p:txBody>
      </p:sp>
    </p:spTree>
    <p:extLst>
      <p:ext uri="{BB962C8B-B14F-4D97-AF65-F5344CB8AC3E}">
        <p14:creationId xmlns:p14="http://schemas.microsoft.com/office/powerpoint/2010/main" val="3744480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F1E310-7C7B-1E3D-DBA7-78328792D625}"/>
              </a:ext>
            </a:extLst>
          </p:cNvPr>
          <p:cNvSpPr>
            <a:spLocks noGrp="1"/>
          </p:cNvSpPr>
          <p:nvPr>
            <p:ph type="title"/>
          </p:nvPr>
        </p:nvSpPr>
        <p:spPr/>
        <p:txBody>
          <a:bodyPr/>
          <a:lstStyle/>
          <a:p>
            <a:r>
              <a:rPr lang="fr-CA"/>
              <a:t>Matrices</a:t>
            </a:r>
          </a:p>
        </p:txBody>
      </p:sp>
      <p:sp>
        <p:nvSpPr>
          <p:cNvPr id="3" name="Espace réservé du contenu 2">
            <a:extLst>
              <a:ext uri="{FF2B5EF4-FFF2-40B4-BE49-F238E27FC236}">
                <a16:creationId xmlns:a16="http://schemas.microsoft.com/office/drawing/2014/main" id="{EE1A390D-8519-2554-2768-18698B2C10FF}"/>
              </a:ext>
            </a:extLst>
          </p:cNvPr>
          <p:cNvSpPr>
            <a:spLocks noGrp="1"/>
          </p:cNvSpPr>
          <p:nvPr>
            <p:ph idx="1"/>
          </p:nvPr>
        </p:nvSpPr>
        <p:spPr/>
        <p:txBody>
          <a:bodyPr/>
          <a:lstStyle/>
          <a:p>
            <a:pPr>
              <a:lnSpc>
                <a:spcPct val="200000"/>
              </a:lnSpc>
            </a:pPr>
            <a:r>
              <a:rPr lang="el-GR"/>
              <a:t>λ</a:t>
            </a:r>
            <a:endParaRPr lang="fr-CA"/>
          </a:p>
          <a:p>
            <a:pPr lvl="1">
              <a:lnSpc>
                <a:spcPct val="200000"/>
              </a:lnSpc>
            </a:pPr>
            <a:r>
              <a:rPr lang="fr-CA"/>
              <a:t>Mesurée 0,957 → 0,953</a:t>
            </a:r>
          </a:p>
          <a:p>
            <a:pPr lvl="1">
              <a:lnSpc>
                <a:spcPct val="200000"/>
              </a:lnSpc>
            </a:pPr>
            <a:r>
              <a:rPr lang="fr-CA"/>
              <a:t>Menacée 0,984 → 0,985</a:t>
            </a:r>
          </a:p>
          <a:p>
            <a:pPr lvl="1">
              <a:lnSpc>
                <a:spcPct val="200000"/>
              </a:lnSpc>
            </a:pPr>
            <a:r>
              <a:rPr lang="fr-CA"/>
              <a:t>Nulle 1,002 → 1,003</a:t>
            </a:r>
          </a:p>
          <a:p>
            <a:pPr>
              <a:lnSpc>
                <a:spcPct val="200000"/>
              </a:lnSpc>
            </a:pPr>
            <a:endParaRPr lang="fr-CA"/>
          </a:p>
        </p:txBody>
      </p:sp>
      <p:grpSp>
        <p:nvGrpSpPr>
          <p:cNvPr id="7" name="Groupe 6">
            <a:extLst>
              <a:ext uri="{FF2B5EF4-FFF2-40B4-BE49-F238E27FC236}">
                <a16:creationId xmlns:a16="http://schemas.microsoft.com/office/drawing/2014/main" id="{31604140-0BE4-E83C-1948-7A6E95F7AEB4}"/>
              </a:ext>
            </a:extLst>
          </p:cNvPr>
          <p:cNvGrpSpPr/>
          <p:nvPr/>
        </p:nvGrpSpPr>
        <p:grpSpPr>
          <a:xfrm>
            <a:off x="5886450" y="2573894"/>
            <a:ext cx="5219700" cy="1352550"/>
            <a:chOff x="5886450" y="2573894"/>
            <a:chExt cx="5219700" cy="1352550"/>
          </a:xfrm>
        </p:grpSpPr>
        <p:sp>
          <p:nvSpPr>
            <p:cNvPr id="4" name="ZoneTexte 3">
              <a:extLst>
                <a:ext uri="{FF2B5EF4-FFF2-40B4-BE49-F238E27FC236}">
                  <a16:creationId xmlns:a16="http://schemas.microsoft.com/office/drawing/2014/main" id="{769DBEF4-FBE0-6D7D-A4A1-31856EB49A5B}"/>
                </a:ext>
              </a:extLst>
            </p:cNvPr>
            <p:cNvSpPr txBox="1"/>
            <p:nvPr/>
          </p:nvSpPr>
          <p:spPr>
            <a:xfrm>
              <a:off x="7343775" y="2789373"/>
              <a:ext cx="3505200" cy="923330"/>
            </a:xfrm>
            <a:prstGeom prst="rect">
              <a:avLst/>
            </a:prstGeom>
            <a:noFill/>
          </p:spPr>
          <p:txBody>
            <a:bodyPr wrap="square" rtlCol="0">
              <a:spAutoFit/>
            </a:bodyPr>
            <a:lstStyle/>
            <a:p>
              <a:r>
                <a:rPr lang="fr-CA"/>
                <a:t>0			0		34157</a:t>
              </a:r>
            </a:p>
            <a:p>
              <a:r>
                <a:rPr lang="fr-CA"/>
                <a:t>1,21*10</a:t>
              </a:r>
              <a:r>
                <a:rPr lang="fr-CA" baseline="30000"/>
                <a:t>-5</a:t>
              </a:r>
              <a:r>
                <a:rPr lang="fr-CA"/>
                <a:t>		0,725	0</a:t>
              </a:r>
            </a:p>
            <a:p>
              <a:r>
                <a:rPr lang="fr-CA"/>
                <a:t>0			0,050	0,905</a:t>
              </a:r>
            </a:p>
          </p:txBody>
        </p:sp>
        <p:sp>
          <p:nvSpPr>
            <p:cNvPr id="5" name="ZoneTexte 4">
              <a:extLst>
                <a:ext uri="{FF2B5EF4-FFF2-40B4-BE49-F238E27FC236}">
                  <a16:creationId xmlns:a16="http://schemas.microsoft.com/office/drawing/2014/main" id="{584A445A-35A4-5CCD-3E0F-1132280B6EBE}"/>
                </a:ext>
              </a:extLst>
            </p:cNvPr>
            <p:cNvSpPr txBox="1"/>
            <p:nvPr/>
          </p:nvSpPr>
          <p:spPr>
            <a:xfrm>
              <a:off x="5886450" y="3059668"/>
              <a:ext cx="1343025" cy="369332"/>
            </a:xfrm>
            <a:prstGeom prst="rect">
              <a:avLst/>
            </a:prstGeom>
            <a:noFill/>
          </p:spPr>
          <p:txBody>
            <a:bodyPr wrap="square" rtlCol="0">
              <a:spAutoFit/>
            </a:bodyPr>
            <a:lstStyle/>
            <a:p>
              <a:r>
                <a:rPr lang="fr-CA"/>
                <a:t>Mesurée =</a:t>
              </a:r>
            </a:p>
          </p:txBody>
        </p:sp>
        <p:sp>
          <p:nvSpPr>
            <p:cNvPr id="6" name="Accolades 5">
              <a:extLst>
                <a:ext uri="{FF2B5EF4-FFF2-40B4-BE49-F238E27FC236}">
                  <a16:creationId xmlns:a16="http://schemas.microsoft.com/office/drawing/2014/main" id="{88AA4DF5-8C2D-2045-0ED6-5A771E6D2A10}"/>
                </a:ext>
              </a:extLst>
            </p:cNvPr>
            <p:cNvSpPr/>
            <p:nvPr/>
          </p:nvSpPr>
          <p:spPr>
            <a:xfrm>
              <a:off x="7134225" y="2573894"/>
              <a:ext cx="3971925" cy="1352550"/>
            </a:xfrm>
            <a:prstGeom prst="brace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fr-CA"/>
            </a:p>
          </p:txBody>
        </p:sp>
      </p:grpSp>
    </p:spTree>
    <p:extLst>
      <p:ext uri="{BB962C8B-B14F-4D97-AF65-F5344CB8AC3E}">
        <p14:creationId xmlns:p14="http://schemas.microsoft.com/office/powerpoint/2010/main" val="3710197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69A1AE-572E-D5B4-03BD-F325D0A3E202}"/>
              </a:ext>
            </a:extLst>
          </p:cNvPr>
          <p:cNvSpPr>
            <a:spLocks noGrp="1"/>
          </p:cNvSpPr>
          <p:nvPr>
            <p:ph type="title"/>
          </p:nvPr>
        </p:nvSpPr>
        <p:spPr/>
        <p:txBody>
          <a:bodyPr numCol="2"/>
          <a:lstStyle/>
          <a:p>
            <a:r>
              <a:rPr lang="fr-CA"/>
              <a:t>Avantages</a:t>
            </a:r>
            <a:br>
              <a:rPr lang="fr-CA"/>
            </a:br>
            <a:r>
              <a:rPr lang="fr-CA"/>
              <a:t>Désavantages	</a:t>
            </a:r>
          </a:p>
        </p:txBody>
      </p:sp>
      <p:sp>
        <p:nvSpPr>
          <p:cNvPr id="3" name="Espace réservé du contenu 2">
            <a:extLst>
              <a:ext uri="{FF2B5EF4-FFF2-40B4-BE49-F238E27FC236}">
                <a16:creationId xmlns:a16="http://schemas.microsoft.com/office/drawing/2014/main" id="{FC01AAB4-81AB-D42D-04AB-96781CB6AC94}"/>
              </a:ext>
            </a:extLst>
          </p:cNvPr>
          <p:cNvSpPr>
            <a:spLocks noGrp="1"/>
          </p:cNvSpPr>
          <p:nvPr>
            <p:ph idx="1"/>
          </p:nvPr>
        </p:nvSpPr>
        <p:spPr/>
        <p:txBody>
          <a:bodyPr numCol="2"/>
          <a:lstStyle/>
          <a:p>
            <a:pPr>
              <a:lnSpc>
                <a:spcPct val="200000"/>
              </a:lnSpc>
            </a:pPr>
            <a:r>
              <a:rPr lang="fr-CA"/>
              <a:t>Modification du calcul de la fécondité</a:t>
            </a:r>
          </a:p>
          <a:p>
            <a:pPr>
              <a:lnSpc>
                <a:spcPct val="200000"/>
              </a:lnSpc>
            </a:pPr>
            <a:r>
              <a:rPr lang="fr-CA"/>
              <a:t>Possibilité d’individus plus âgés que 30</a:t>
            </a:r>
          </a:p>
          <a:p>
            <a:pPr>
              <a:lnSpc>
                <a:spcPct val="200000"/>
              </a:lnSpc>
            </a:pPr>
            <a:r>
              <a:rPr lang="fr-CA"/>
              <a:t>Simplification</a:t>
            </a:r>
          </a:p>
          <a:p>
            <a:pPr>
              <a:lnSpc>
                <a:spcPct val="200000"/>
              </a:lnSpc>
            </a:pPr>
            <a:r>
              <a:rPr lang="fr-CA"/>
              <a:t>Diminution des incertitudes</a:t>
            </a:r>
          </a:p>
          <a:p>
            <a:pPr marL="0" indent="0">
              <a:lnSpc>
                <a:spcPct val="200000"/>
              </a:lnSpc>
              <a:buNone/>
            </a:pPr>
            <a:endParaRPr lang="fr-CA"/>
          </a:p>
          <a:p>
            <a:pPr>
              <a:lnSpc>
                <a:spcPct val="200000"/>
              </a:lnSpc>
            </a:pPr>
            <a:r>
              <a:rPr lang="fr-CA"/>
              <a:t>Perte d’information</a:t>
            </a:r>
          </a:p>
        </p:txBody>
      </p:sp>
    </p:spTree>
    <p:extLst>
      <p:ext uri="{BB962C8B-B14F-4D97-AF65-F5344CB8AC3E}">
        <p14:creationId xmlns:p14="http://schemas.microsoft.com/office/powerpoint/2010/main" val="11646789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4F7A99C-0ACF-5557-9578-B80FE0D75B77}"/>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a:t>Résultats</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Espace réservé du contenu 4">
            <a:extLst>
              <a:ext uri="{FF2B5EF4-FFF2-40B4-BE49-F238E27FC236}">
                <a16:creationId xmlns:a16="http://schemas.microsoft.com/office/drawing/2014/main" id="{DEB15709-306B-BF61-202F-0B24322B33A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704728" y="1071283"/>
            <a:ext cx="2705100" cy="5410200"/>
          </a:xfrm>
          <a:prstGeom prst="rect">
            <a:avLst/>
          </a:prstGeom>
        </p:spPr>
      </p:pic>
      <p:pic>
        <p:nvPicPr>
          <p:cNvPr id="4" name="Image 3">
            <a:extLst>
              <a:ext uri="{FF2B5EF4-FFF2-40B4-BE49-F238E27FC236}">
                <a16:creationId xmlns:a16="http://schemas.microsoft.com/office/drawing/2014/main" id="{CE13E1AA-574C-9647-8090-2359241D2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28942" y="1133079"/>
            <a:ext cx="2993167" cy="5426842"/>
          </a:xfrm>
          <a:prstGeom prst="rect">
            <a:avLst/>
          </a:prstGeom>
        </p:spPr>
      </p:pic>
      <p:sp>
        <p:nvSpPr>
          <p:cNvPr id="7" name="ZoneTexte 6">
            <a:extLst>
              <a:ext uri="{FF2B5EF4-FFF2-40B4-BE49-F238E27FC236}">
                <a16:creationId xmlns:a16="http://schemas.microsoft.com/office/drawing/2014/main" id="{0CFDC0D7-A429-9AC3-FCDF-757E320C4F4F}"/>
              </a:ext>
            </a:extLst>
          </p:cNvPr>
          <p:cNvSpPr txBox="1"/>
          <p:nvPr/>
        </p:nvSpPr>
        <p:spPr>
          <a:xfrm>
            <a:off x="800100" y="1902786"/>
            <a:ext cx="3677381" cy="3293209"/>
          </a:xfrm>
          <a:prstGeom prst="rect">
            <a:avLst/>
          </a:prstGeom>
          <a:noFill/>
        </p:spPr>
        <p:txBody>
          <a:bodyPr wrap="square" lIns="91440" tIns="45720" rIns="91440" bIns="45720" rtlCol="0" anchor="t">
            <a:spAutoFit/>
          </a:bodyPr>
          <a:lstStyle/>
          <a:p>
            <a:pPr algn="just"/>
            <a:r>
              <a:rPr lang="fr-CA" sz="1600" noProof="0"/>
              <a:t>Figure </a:t>
            </a:r>
            <a:r>
              <a:rPr lang="fr-CA" sz="1600"/>
              <a:t>7 </a:t>
            </a:r>
            <a:r>
              <a:rPr lang="fr-CA" sz="1600" noProof="0"/>
              <a:t>:</a:t>
            </a:r>
            <a:r>
              <a:rPr lang="fr-CA" sz="1600"/>
              <a:t> </a:t>
            </a:r>
            <a:r>
              <a:rPr lang="fr-CA" sz="1600" noProof="0"/>
              <a:t>À gauche, résultats </a:t>
            </a:r>
            <a:r>
              <a:rPr lang="fr-CA" sz="1600"/>
              <a:t>obtenus à l'aide </a:t>
            </a:r>
            <a:r>
              <a:rPr lang="fr-CA" sz="1600" noProof="0"/>
              <a:t>de </a:t>
            </a:r>
            <a:r>
              <a:rPr lang="fr-CA" sz="1600"/>
              <a:t>la matrice à 33 stades, </a:t>
            </a:r>
            <a:r>
              <a:rPr lang="fr-CA" sz="1600" noProof="0"/>
              <a:t>à droite, résultats </a:t>
            </a:r>
            <a:r>
              <a:rPr lang="fr-CA" sz="1600"/>
              <a:t>obtenus à l’aide </a:t>
            </a:r>
            <a:r>
              <a:rPr lang="fr-CA" sz="1600" noProof="0"/>
              <a:t>de </a:t>
            </a:r>
            <a:r>
              <a:rPr lang="fr-CA" sz="1600"/>
              <a:t>la matrice mesurée à 3 stades</a:t>
            </a:r>
            <a:r>
              <a:rPr lang="fr-CA" sz="1600" noProof="0"/>
              <a:t>.</a:t>
            </a:r>
            <a:r>
              <a:rPr lang="fr-CA" sz="1600"/>
              <a:t> </a:t>
            </a:r>
            <a:r>
              <a:rPr lang="fr-CA" sz="1600" noProof="0"/>
              <a:t>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1439899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CE99E6EA-6C50-A9AF-63F6-B30BF2E365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661" y="818024"/>
            <a:ext cx="5038176" cy="4134980"/>
          </a:xfrm>
          <a:prstGeom prst="rect">
            <a:avLst/>
          </a:prstGeom>
        </p:spPr>
      </p:pic>
      <p:sp>
        <p:nvSpPr>
          <p:cNvPr id="10" name="ZoneTexte 9">
            <a:extLst>
              <a:ext uri="{FF2B5EF4-FFF2-40B4-BE49-F238E27FC236}">
                <a16:creationId xmlns:a16="http://schemas.microsoft.com/office/drawing/2014/main" id="{AFB3B927-A1C8-2A1B-8DE6-E6D0DA677662}"/>
              </a:ext>
            </a:extLst>
          </p:cNvPr>
          <p:cNvSpPr txBox="1"/>
          <p:nvPr/>
        </p:nvSpPr>
        <p:spPr>
          <a:xfrm>
            <a:off x="1295400" y="4936931"/>
            <a:ext cx="9601200" cy="1077218"/>
          </a:xfrm>
          <a:prstGeom prst="rect">
            <a:avLst/>
          </a:prstGeom>
          <a:noFill/>
        </p:spPr>
        <p:txBody>
          <a:bodyPr wrap="square" lIns="91440" tIns="45720" rIns="91440" bIns="45720" rtlCol="0" anchor="t">
            <a:spAutoFit/>
          </a:bodyPr>
          <a:lstStyle/>
          <a:p>
            <a:pPr algn="just"/>
            <a:r>
              <a:rPr lang="fr-CA" sz="1600" noProof="0"/>
              <a:t>Figure </a:t>
            </a:r>
            <a:r>
              <a:rPr lang="fr-CA" sz="1600"/>
              <a:t>8 </a:t>
            </a:r>
            <a:r>
              <a:rPr lang="fr-CA" sz="1600" noProof="0"/>
              <a:t>: À gauche, résultats </a:t>
            </a:r>
            <a:r>
              <a:rPr lang="fr-CA" sz="1600"/>
              <a:t>obtenus à l'aide de la matrice à 33 stades, </a:t>
            </a:r>
            <a:r>
              <a:rPr lang="fr-CA" sz="1600" noProof="0"/>
              <a:t>à droite, résultats </a:t>
            </a:r>
            <a:r>
              <a:rPr lang="fr-CA" sz="1600"/>
              <a:t>obtenus à l’aide </a:t>
            </a:r>
            <a:r>
              <a:rPr lang="fr-CA" sz="1600" noProof="0"/>
              <a:t>de </a:t>
            </a:r>
            <a:r>
              <a:rPr lang="fr-CA" sz="1600"/>
              <a:t>la matrice mesurée à 3 stades. </a:t>
            </a:r>
            <a:r>
              <a:rPr lang="fr-CA" sz="1600" noProof="0"/>
              <a:t>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err="1"/>
              <a:t>ICs</a:t>
            </a:r>
            <a:endParaRPr lang="fr-CA" sz="1600" noProof="0"/>
          </a:p>
        </p:txBody>
      </p:sp>
      <p:pic>
        <p:nvPicPr>
          <p:cNvPr id="14" name="Image 13">
            <a:extLst>
              <a:ext uri="{FF2B5EF4-FFF2-40B4-BE49-F238E27FC236}">
                <a16:creationId xmlns:a16="http://schemas.microsoft.com/office/drawing/2014/main" id="{8452DDBC-4E2F-4D55-51AA-89FCE11E2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7591" y="817716"/>
            <a:ext cx="4803440" cy="4122396"/>
          </a:xfrm>
          <a:prstGeom prst="rect">
            <a:avLst/>
          </a:prstGeom>
        </p:spPr>
      </p:pic>
    </p:spTree>
    <p:extLst>
      <p:ext uri="{BB962C8B-B14F-4D97-AF65-F5344CB8AC3E}">
        <p14:creationId xmlns:p14="http://schemas.microsoft.com/office/powerpoint/2010/main" val="4226334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Espace réservé du contenu 5">
            <a:extLst>
              <a:ext uri="{FF2B5EF4-FFF2-40B4-BE49-F238E27FC236}">
                <a16:creationId xmlns:a16="http://schemas.microsoft.com/office/drawing/2014/main" id="{9ED18B4D-9AA2-BAA4-64B2-A725FA2326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257255" y="1020729"/>
            <a:ext cx="4986866" cy="3740150"/>
          </a:xfrm>
          <a:prstGeom prst="rect">
            <a:avLst/>
          </a:prstGeom>
        </p:spPr>
      </p:pic>
      <p:pic>
        <p:nvPicPr>
          <p:cNvPr id="7" name="Image 6">
            <a:extLst>
              <a:ext uri="{FF2B5EF4-FFF2-40B4-BE49-F238E27FC236}">
                <a16:creationId xmlns:a16="http://schemas.microsoft.com/office/drawing/2014/main" id="{F7961088-DAF3-40D1-2014-1BE6DA6821B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47879" y="1020728"/>
            <a:ext cx="4986867" cy="3740151"/>
          </a:xfrm>
          <a:prstGeom prst="rect">
            <a:avLst/>
          </a:prstGeom>
        </p:spPr>
      </p:pic>
      <p:sp>
        <p:nvSpPr>
          <p:cNvPr id="8" name="ZoneTexte 7">
            <a:extLst>
              <a:ext uri="{FF2B5EF4-FFF2-40B4-BE49-F238E27FC236}">
                <a16:creationId xmlns:a16="http://schemas.microsoft.com/office/drawing/2014/main" id="{E86FE8AB-8CA2-26C6-1EA0-DD8874CA071A}"/>
              </a:ext>
            </a:extLst>
          </p:cNvPr>
          <p:cNvSpPr txBox="1"/>
          <p:nvPr/>
        </p:nvSpPr>
        <p:spPr>
          <a:xfrm>
            <a:off x="1295400" y="4852863"/>
            <a:ext cx="9601200" cy="1323439"/>
          </a:xfrm>
          <a:prstGeom prst="rect">
            <a:avLst/>
          </a:prstGeom>
          <a:noFill/>
        </p:spPr>
        <p:txBody>
          <a:bodyPr wrap="square" lIns="91440" tIns="45720" rIns="91440" bIns="45720" rtlCol="0" anchor="t">
            <a:spAutoFit/>
          </a:bodyPr>
          <a:lstStyle/>
          <a:p>
            <a:pPr algn="just"/>
            <a:r>
              <a:rPr lang="fr-CA" sz="1600" noProof="0"/>
              <a:t>Figure </a:t>
            </a:r>
            <a:r>
              <a:rPr lang="fr-CA" sz="1600"/>
              <a:t>9 </a:t>
            </a:r>
            <a:r>
              <a:rPr lang="fr-CA" sz="1600" noProof="0"/>
              <a:t>: À gauche, résultats obtenus à l’aide de </a:t>
            </a:r>
            <a:r>
              <a:rPr lang="fr-CA" sz="1600"/>
              <a:t>la matrice</a:t>
            </a:r>
            <a:r>
              <a:rPr lang="fr-CA" sz="1600" noProof="0"/>
              <a:t> mesurée à 33 stades, à droite, </a:t>
            </a:r>
            <a:r>
              <a:rPr lang="fr-CA" sz="1600"/>
              <a:t>résultats obtenus à l’aide de la matrice mesurée à 3 stades</a:t>
            </a:r>
            <a:r>
              <a:rPr lang="fr-CA" sz="1600" noProof="0"/>
              <a:t>. Est représenté :</a:t>
            </a:r>
            <a:r>
              <a:rPr lang="fr-CA" sz="160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spTree>
    <p:extLst>
      <p:ext uri="{BB962C8B-B14F-4D97-AF65-F5344CB8AC3E}">
        <p14:creationId xmlns:p14="http://schemas.microsoft.com/office/powerpoint/2010/main" val="2449617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D15BD0-D23D-BCDB-DC4F-EC9E34FD8E77}"/>
              </a:ext>
            </a:extLst>
          </p:cNvPr>
          <p:cNvSpPr>
            <a:spLocks noGrp="1"/>
          </p:cNvSpPr>
          <p:nvPr>
            <p:ph type="title"/>
          </p:nvPr>
        </p:nvSpPr>
        <p:spPr/>
        <p:txBody>
          <a:bodyPr/>
          <a:lstStyle/>
          <a:p>
            <a:r>
              <a:rPr lang="fr-CA"/>
              <a:t>Discussion</a:t>
            </a:r>
          </a:p>
        </p:txBody>
      </p:sp>
      <p:sp>
        <p:nvSpPr>
          <p:cNvPr id="3" name="Espace réservé du contenu 2">
            <a:extLst>
              <a:ext uri="{FF2B5EF4-FFF2-40B4-BE49-F238E27FC236}">
                <a16:creationId xmlns:a16="http://schemas.microsoft.com/office/drawing/2014/main" id="{7FDDC518-1F1F-76F1-2545-8D01AE3B32C4}"/>
              </a:ext>
            </a:extLst>
          </p:cNvPr>
          <p:cNvSpPr>
            <a:spLocks noGrp="1"/>
          </p:cNvSpPr>
          <p:nvPr>
            <p:ph idx="1"/>
          </p:nvPr>
        </p:nvSpPr>
        <p:spPr>
          <a:xfrm>
            <a:off x="750367" y="1733057"/>
            <a:ext cx="10691265" cy="4210543"/>
          </a:xfrm>
        </p:spPr>
        <p:txBody>
          <a:bodyPr vert="horz" lIns="91440" tIns="45720" rIns="91440" bIns="45720" rtlCol="0" anchor="t">
            <a:normAutofit lnSpcReduction="10000"/>
          </a:bodyPr>
          <a:lstStyle/>
          <a:p>
            <a:pPr>
              <a:lnSpc>
                <a:spcPct val="150000"/>
              </a:lnSpc>
            </a:pPr>
            <a:r>
              <a:rPr lang="fr-FR"/>
              <a:t>Résultats similaires mais...</a:t>
            </a:r>
          </a:p>
          <a:p>
            <a:pPr lvl="1">
              <a:lnSpc>
                <a:spcPct val="150000"/>
              </a:lnSpc>
            </a:pPr>
            <a:r>
              <a:rPr lang="fr-FR"/>
              <a:t>Effondrement plus rapide de la population</a:t>
            </a:r>
          </a:p>
          <a:p>
            <a:pPr lvl="1">
              <a:lnSpc>
                <a:spcPct val="150000"/>
              </a:lnSpc>
            </a:pPr>
            <a:r>
              <a:rPr lang="fr-FR"/>
              <a:t>Paramètres de </a:t>
            </a:r>
            <a:r>
              <a:rPr lang="fr-FR" err="1"/>
              <a:t>stochasticité</a:t>
            </a:r>
            <a:r>
              <a:rPr lang="fr-FR"/>
              <a:t> difficiles à intégrer</a:t>
            </a:r>
          </a:p>
          <a:p>
            <a:pPr lvl="1">
              <a:lnSpc>
                <a:spcPct val="150000"/>
              </a:lnSpc>
            </a:pPr>
            <a:r>
              <a:rPr lang="fr-FR"/>
              <a:t>Plus petits intervalles de confiance</a:t>
            </a:r>
            <a:br>
              <a:rPr lang="fr-FR"/>
            </a:br>
            <a:endParaRPr lang="fr-FR"/>
          </a:p>
          <a:p>
            <a:pPr>
              <a:lnSpc>
                <a:spcPct val="150000"/>
              </a:lnSpc>
            </a:pPr>
            <a:r>
              <a:rPr lang="fr-FR"/>
              <a:t>Dans ce contexte, une matrice complète donne des résultats plus fiables: </a:t>
            </a:r>
          </a:p>
          <a:p>
            <a:pPr lvl="1">
              <a:lnSpc>
                <a:spcPct val="150000"/>
              </a:lnSpc>
            </a:pPr>
            <a:r>
              <a:rPr lang="fr-FR"/>
              <a:t>Aucune agrégation des informations essentielles</a:t>
            </a:r>
          </a:p>
          <a:p>
            <a:pPr lvl="1">
              <a:lnSpc>
                <a:spcPct val="150000"/>
              </a:lnSpc>
            </a:pPr>
            <a:r>
              <a:rPr lang="fr-FR" err="1">
                <a:solidFill>
                  <a:srgbClr val="000000"/>
                </a:solidFill>
                <a:ea typeface="+mn-lt"/>
                <a:cs typeface="+mn-lt"/>
              </a:rPr>
              <a:t>Stochasticité</a:t>
            </a:r>
            <a:r>
              <a:rPr lang="fr-FR"/>
              <a:t> plus réaliste</a:t>
            </a:r>
          </a:p>
          <a:p>
            <a:pPr lvl="1">
              <a:lnSpc>
                <a:spcPct val="150000"/>
              </a:lnSpc>
            </a:pPr>
            <a:r>
              <a:rPr lang="fr-FR"/>
              <a:t>Les potentiels individus &gt;30 ans n'ont pas ou peu d'impact</a:t>
            </a:r>
          </a:p>
        </p:txBody>
      </p:sp>
    </p:spTree>
    <p:extLst>
      <p:ext uri="{BB962C8B-B14F-4D97-AF65-F5344CB8AC3E}">
        <p14:creationId xmlns:p14="http://schemas.microsoft.com/office/powerpoint/2010/main" val="901628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89A0B66-12A9-A560-B2C3-D5DE68D00757}"/>
              </a:ext>
            </a:extLst>
          </p:cNvPr>
          <p:cNvSpPr>
            <a:spLocks noGrp="1"/>
          </p:cNvSpPr>
          <p:nvPr>
            <p:ph type="title"/>
          </p:nvPr>
        </p:nvSpPr>
        <p:spPr>
          <a:xfrm>
            <a:off x="704088" y="4023657"/>
            <a:ext cx="3794760" cy="2110444"/>
          </a:xfrm>
        </p:spPr>
        <p:txBody>
          <a:bodyPr>
            <a:normAutofit/>
          </a:bodyPr>
          <a:lstStyle/>
          <a:p>
            <a:r>
              <a:rPr lang="fr-CA"/>
              <a:t>Conclusion</a:t>
            </a:r>
          </a:p>
        </p:txBody>
      </p:sp>
      <p:pic>
        <p:nvPicPr>
          <p:cNvPr id="2050" name="Picture 2" descr="Le chevalier cuivré, un poisson qui fraie à la Saint-Jean-Baptiste |  Radio-Canada">
            <a:extLst>
              <a:ext uri="{FF2B5EF4-FFF2-40B4-BE49-F238E27FC236}">
                <a16:creationId xmlns:a16="http://schemas.microsoft.com/office/drawing/2014/main" id="{6E929EB8-0E77-8D30-C757-71AEE670B4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 t="19251" r="1" b="28952"/>
          <a:stretch>
            <a:fillRect/>
          </a:stretch>
        </p:blipFill>
        <p:spPr bwMode="auto">
          <a:xfrm>
            <a:off x="800100" y="717656"/>
            <a:ext cx="10591800" cy="3086100"/>
          </a:xfrm>
          <a:prstGeom prst="rect">
            <a:avLst/>
          </a:prstGeom>
          <a:noFill/>
          <a:extLst>
            <a:ext uri="{909E8E84-426E-40DD-AFC4-6F175D3DCCD1}">
              <a14:hiddenFill xmlns:a14="http://schemas.microsoft.com/office/drawing/2010/main">
                <a:solidFill>
                  <a:srgbClr val="FFFFFF"/>
                </a:solidFill>
              </a14:hiddenFill>
            </a:ext>
          </a:extLst>
        </p:spPr>
      </p:pic>
      <p:cxnSp>
        <p:nvCxnSpPr>
          <p:cNvPr id="2057" name="Straight Connector 2056">
            <a:extLst>
              <a:ext uri="{FF2B5EF4-FFF2-40B4-BE49-F238E27FC236}">
                <a16:creationId xmlns:a16="http://schemas.microsoft.com/office/drawing/2014/main" id="{8E0104E4-99BC-494F-8342-F250828E5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876800" y="4114590"/>
            <a:ext cx="9818" cy="20195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D5F08C3C-2B07-D167-483B-592FFD9479FB}"/>
              </a:ext>
            </a:extLst>
          </p:cNvPr>
          <p:cNvSpPr>
            <a:spLocks noGrp="1"/>
          </p:cNvSpPr>
          <p:nvPr>
            <p:ph idx="1"/>
          </p:nvPr>
        </p:nvSpPr>
        <p:spPr>
          <a:xfrm>
            <a:off x="5350933" y="4088705"/>
            <a:ext cx="6135924" cy="2093976"/>
          </a:xfrm>
        </p:spPr>
        <p:txBody>
          <a:bodyPr vert="horz" lIns="91440" tIns="45720" rIns="91440" bIns="45720" rtlCol="0" anchor="t">
            <a:normAutofit/>
          </a:bodyPr>
          <a:lstStyle/>
          <a:p>
            <a:r>
              <a:rPr lang="fr-CA"/>
              <a:t>Important de continuer à faire des efforts</a:t>
            </a:r>
          </a:p>
          <a:p>
            <a:r>
              <a:rPr lang="fr-CA"/>
              <a:t>Mise en place d’ensemencement de pré-adultes</a:t>
            </a:r>
          </a:p>
          <a:p>
            <a:r>
              <a:rPr lang="fr-CA"/>
              <a:t>Informations supplémentaires et autres études à faire,</a:t>
            </a:r>
            <a:br>
              <a:rPr lang="fr-CA"/>
            </a:br>
            <a:r>
              <a:rPr lang="fr-CA"/>
              <a:t>car encore beaucoup d’incertitude</a:t>
            </a:r>
          </a:p>
        </p:txBody>
      </p:sp>
      <p:sp>
        <p:nvSpPr>
          <p:cNvPr id="4" name="ZoneTexte 3">
            <a:extLst>
              <a:ext uri="{FF2B5EF4-FFF2-40B4-BE49-F238E27FC236}">
                <a16:creationId xmlns:a16="http://schemas.microsoft.com/office/drawing/2014/main" id="{4908DAB4-9378-641C-7822-F8FFCB3F9F8A}"/>
              </a:ext>
            </a:extLst>
          </p:cNvPr>
          <p:cNvSpPr txBox="1"/>
          <p:nvPr/>
        </p:nvSpPr>
        <p:spPr>
          <a:xfrm>
            <a:off x="904672" y="787940"/>
            <a:ext cx="2791028" cy="338554"/>
          </a:xfrm>
          <a:prstGeom prst="rect">
            <a:avLst/>
          </a:prstGeom>
          <a:noFill/>
        </p:spPr>
        <p:txBody>
          <a:bodyPr wrap="square" rtlCol="0">
            <a:spAutoFit/>
          </a:bodyPr>
          <a:lstStyle/>
          <a:p>
            <a:r>
              <a:rPr lang="fr-CA" sz="800">
                <a:solidFill>
                  <a:schemeClr val="tx1">
                    <a:lumMod val="95000"/>
                    <a:lumOff val="5000"/>
                  </a:schemeClr>
                </a:solidFill>
              </a:rPr>
              <a:t>https://ici.radio-canada.ca/nouvelle/1803788/chevalier-cuivre-espece-en-voie-de-disparition-reproduction-artificielle</a:t>
            </a:r>
          </a:p>
        </p:txBody>
      </p:sp>
    </p:spTree>
    <p:extLst>
      <p:ext uri="{BB962C8B-B14F-4D97-AF65-F5344CB8AC3E}">
        <p14:creationId xmlns:p14="http://schemas.microsoft.com/office/powerpoint/2010/main" val="12097288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3079" name="Straight Connector 307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81" name="Straight Connector 308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3083" name="Rectangle 308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Pleins feux sur... le chevalier cuivré : portrait d'une espèce « en danger  » - Ministère des Forêts, de la Faune et des Parcs">
            <a:extLst>
              <a:ext uri="{FF2B5EF4-FFF2-40B4-BE49-F238E27FC236}">
                <a16:creationId xmlns:a16="http://schemas.microsoft.com/office/drawing/2014/main" id="{4C00A1DA-6ED6-C7B3-FAC3-90C08EBD5B8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444" t="-106" r="14444" b="104"/>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3085" name="Rectangle 3084">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1DA8DF0-027D-CBFA-F9E4-EA0F931579EF}"/>
              </a:ext>
            </a:extLst>
          </p:cNvPr>
          <p:cNvSpPr>
            <a:spLocks noGrp="1"/>
          </p:cNvSpPr>
          <p:nvPr>
            <p:ph type="title"/>
          </p:nvPr>
        </p:nvSpPr>
        <p:spPr>
          <a:xfrm>
            <a:off x="704088" y="871759"/>
            <a:ext cx="5067300" cy="3497042"/>
          </a:xfrm>
        </p:spPr>
        <p:txBody>
          <a:bodyPr vert="horz" lIns="91440" tIns="45720" rIns="91440" bIns="45720" rtlCol="0" anchor="t">
            <a:normAutofit/>
          </a:bodyPr>
          <a:lstStyle/>
          <a:p>
            <a:r>
              <a:rPr lang="en-US" sz="5400">
                <a:solidFill>
                  <a:srgbClr val="FFFFFF"/>
                </a:solidFill>
              </a:rPr>
              <a:t>Merci !</a:t>
            </a:r>
          </a:p>
        </p:txBody>
      </p:sp>
      <p:cxnSp>
        <p:nvCxnSpPr>
          <p:cNvPr id="3087" name="Straight Connector 3086">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
        <p:nvSpPr>
          <p:cNvPr id="4" name="ZoneTexte 3">
            <a:extLst>
              <a:ext uri="{FF2B5EF4-FFF2-40B4-BE49-F238E27FC236}">
                <a16:creationId xmlns:a16="http://schemas.microsoft.com/office/drawing/2014/main" id="{80693467-78F2-1B86-B867-3754098C5644}"/>
              </a:ext>
            </a:extLst>
          </p:cNvPr>
          <p:cNvSpPr txBox="1"/>
          <p:nvPr/>
        </p:nvSpPr>
        <p:spPr>
          <a:xfrm>
            <a:off x="0" y="6627158"/>
            <a:ext cx="4001434" cy="230832"/>
          </a:xfrm>
          <a:prstGeom prst="rect">
            <a:avLst/>
          </a:prstGeom>
          <a:noFill/>
        </p:spPr>
        <p:txBody>
          <a:bodyPr wrap="square" rtlCol="0">
            <a:spAutoFit/>
          </a:bodyPr>
          <a:lstStyle/>
          <a:p>
            <a:r>
              <a:rPr lang="fr-CA" sz="900"/>
              <a:t>https://mffp.gouv.qc.ca/jeunesse/chevalier-cuivre-portrait-espece-danger/</a:t>
            </a:r>
          </a:p>
        </p:txBody>
      </p:sp>
    </p:spTree>
    <p:extLst>
      <p:ext uri="{BB962C8B-B14F-4D97-AF65-F5344CB8AC3E}">
        <p14:creationId xmlns:p14="http://schemas.microsoft.com/office/powerpoint/2010/main" val="784584029"/>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55F7A0-20BB-EF74-1658-92294AAB1D89}"/>
              </a:ext>
            </a:extLst>
          </p:cNvPr>
          <p:cNvSpPr>
            <a:spLocks noGrp="1"/>
          </p:cNvSpPr>
          <p:nvPr>
            <p:ph type="title"/>
          </p:nvPr>
        </p:nvSpPr>
        <p:spPr/>
        <p:txBody>
          <a:bodyPr/>
          <a:lstStyle/>
          <a:p>
            <a:r>
              <a:rPr lang="fr-CA"/>
              <a:t>Bibliographie</a:t>
            </a:r>
          </a:p>
        </p:txBody>
      </p:sp>
      <p:sp>
        <p:nvSpPr>
          <p:cNvPr id="3" name="Espace réservé du contenu 2">
            <a:extLst>
              <a:ext uri="{FF2B5EF4-FFF2-40B4-BE49-F238E27FC236}">
                <a16:creationId xmlns:a16="http://schemas.microsoft.com/office/drawing/2014/main" id="{14515BA2-F5BE-2C2A-D48B-418406D8001B}"/>
              </a:ext>
            </a:extLst>
          </p:cNvPr>
          <p:cNvSpPr>
            <a:spLocks noGrp="1"/>
          </p:cNvSpPr>
          <p:nvPr>
            <p:ph idx="1"/>
          </p:nvPr>
        </p:nvSpPr>
        <p:spPr/>
        <p:txBody>
          <a:bodyPr>
            <a:normAutofit fontScale="32500" lnSpcReduction="20000"/>
          </a:bodyPr>
          <a:lstStyle/>
          <a:p>
            <a:pPr marL="180975" indent="-180975">
              <a:buNone/>
            </a:pPr>
            <a:r>
              <a:rPr lang="fr-CA" err="1"/>
              <a:t>Bannester</a:t>
            </a:r>
            <a:r>
              <a:rPr lang="fr-CA"/>
              <a:t>-Marchand, N., Vachon, N., </a:t>
            </a:r>
            <a:r>
              <a:rPr lang="fr-CA" err="1"/>
              <a:t>Mandrak</a:t>
            </a:r>
            <a:r>
              <a:rPr lang="fr-CA"/>
              <a:t>, N. et Blanchet, F. (2025). Population </a:t>
            </a:r>
            <a:r>
              <a:rPr lang="fr-CA" err="1"/>
              <a:t>viability</a:t>
            </a:r>
            <a:r>
              <a:rPr lang="fr-CA"/>
              <a:t> </a:t>
            </a:r>
            <a:r>
              <a:rPr lang="fr-CA" err="1"/>
              <a:t>analysis</a:t>
            </a:r>
            <a:r>
              <a:rPr lang="fr-CA"/>
              <a:t> of the </a:t>
            </a:r>
            <a:r>
              <a:rPr lang="fr-CA" err="1"/>
              <a:t>endangered</a:t>
            </a:r>
            <a:r>
              <a:rPr lang="fr-CA"/>
              <a:t> </a:t>
            </a:r>
            <a:r>
              <a:rPr lang="fr-CA" err="1"/>
              <a:t>copper</a:t>
            </a:r>
            <a:r>
              <a:rPr lang="fr-CA"/>
              <a:t> </a:t>
            </a:r>
            <a:r>
              <a:rPr lang="fr-CA" err="1"/>
              <a:t>redhorse</a:t>
            </a:r>
            <a:r>
              <a:rPr lang="fr-CA"/>
              <a:t> </a:t>
            </a:r>
            <a:r>
              <a:rPr lang="fr-CA" i="1" err="1"/>
              <a:t>Moxostoma</a:t>
            </a:r>
            <a:r>
              <a:rPr lang="fr-CA" i="1"/>
              <a:t> </a:t>
            </a:r>
            <a:r>
              <a:rPr lang="fr-CA" i="1" err="1"/>
              <a:t>hubbsi</a:t>
            </a:r>
            <a:r>
              <a:rPr lang="fr-CA"/>
              <a:t>. </a:t>
            </a:r>
            <a:r>
              <a:rPr lang="fr-CA" i="1" err="1"/>
              <a:t>Endangered</a:t>
            </a:r>
            <a:r>
              <a:rPr lang="fr-CA" i="1"/>
              <a:t> </a:t>
            </a:r>
            <a:r>
              <a:rPr lang="fr-CA" i="1" err="1"/>
              <a:t>Species</a:t>
            </a:r>
            <a:r>
              <a:rPr lang="fr-CA" i="1"/>
              <a:t> </a:t>
            </a:r>
            <a:r>
              <a:rPr lang="fr-CA" i="1" err="1"/>
              <a:t>Research</a:t>
            </a:r>
            <a:r>
              <a:rPr lang="fr-CA"/>
              <a:t>, </a:t>
            </a:r>
            <a:r>
              <a:rPr lang="fr-CA" i="1"/>
              <a:t>57</a:t>
            </a:r>
            <a:r>
              <a:rPr lang="fr-CA"/>
              <a:t>, 21‑31. </a:t>
            </a:r>
            <a:r>
              <a:rPr lang="fr-CA">
                <a:hlinkClick r:id="rId2">
                  <a:extLst>
                    <a:ext uri="{A12FA001-AC4F-418D-AE19-62706E023703}">
                      <ahyp:hlinkClr xmlns:ahyp="http://schemas.microsoft.com/office/drawing/2018/hyperlinkcolor" val="tx"/>
                    </a:ext>
                  </a:extLst>
                </a:hlinkClick>
              </a:rPr>
              <a:t>https://doi.org/10.3354/esr01395</a:t>
            </a:r>
            <a:endParaRPr lang="fr-CA"/>
          </a:p>
          <a:p>
            <a:pPr marL="180975" indent="-180975">
              <a:buNone/>
            </a:pPr>
            <a:r>
              <a:rPr lang="fr-CA"/>
              <a:t>Bernatchez, L. (2004). </a:t>
            </a:r>
            <a:r>
              <a:rPr lang="fr-CA" i="1"/>
              <a:t>Considérations génétiques et protocole de reproduction relatifs au plan de rétablissement du chevalier cuivré (</a:t>
            </a:r>
            <a:r>
              <a:rPr lang="fr-CA" err="1"/>
              <a:t>Moxostoma</a:t>
            </a:r>
            <a:r>
              <a:rPr lang="fr-CA"/>
              <a:t> </a:t>
            </a:r>
            <a:r>
              <a:rPr lang="fr-CA" err="1"/>
              <a:t>hubbsi</a:t>
            </a:r>
            <a:r>
              <a:rPr lang="fr-CA" i="1"/>
              <a:t>)</a:t>
            </a:r>
            <a:r>
              <a:rPr lang="fr-CA"/>
              <a:t> ( [Technique]). Ministère des Ressources naturelles, de la Faune et des Parcs, direction de l’aménagement de la faune de Montréal, de Laval et de la Montérégie, Longueuil et Pêches et Océans Canada. </a:t>
            </a:r>
            <a:r>
              <a:rPr lang="fr-CA">
                <a:hlinkClick r:id="rId3">
                  <a:extLst>
                    <a:ext uri="{A12FA001-AC4F-418D-AE19-62706E023703}">
                      <ahyp:hlinkClr xmlns:ahyp="http://schemas.microsoft.com/office/drawing/2018/hyperlinkcolor" val="tx"/>
                    </a:ext>
                  </a:extLst>
                </a:hlinkClick>
              </a:rPr>
              <a:t>https://numerique.banq.qc.ca/patrimoine/details/52327/66775</a:t>
            </a:r>
            <a:endParaRPr lang="fr-CA"/>
          </a:p>
          <a:p>
            <a:pPr marL="180975" indent="-180975">
              <a:buNone/>
            </a:pPr>
            <a:r>
              <a:rPr lang="fr-CA" i="1"/>
              <a:t>Chevalier cuivré</a:t>
            </a:r>
            <a:r>
              <a:rPr lang="fr-CA"/>
              <a:t>. (s. d.). Gouvernement du Québec. </a:t>
            </a:r>
            <a:r>
              <a:rPr lang="fr-CA">
                <a:hlinkClick r:id="rId4">
                  <a:extLst>
                    <a:ext uri="{A12FA001-AC4F-418D-AE19-62706E023703}">
                      <ahyp:hlinkClr xmlns:ahyp="http://schemas.microsoft.com/office/drawing/2018/hyperlinkcolor" val="tx"/>
                    </a:ext>
                  </a:extLst>
                </a:hlinkClick>
              </a:rPr>
              <a:t>https://www.quebec.ca/agriculture-environnement-et-ressources-naturelles/faune/animaux-sauvages-quebec/fiches-especes-fauniques/chevalier-cuivre</a:t>
            </a:r>
            <a:endParaRPr lang="fr-CA"/>
          </a:p>
          <a:p>
            <a:pPr marL="180975" indent="-180975">
              <a:buNone/>
            </a:pPr>
            <a:r>
              <a:rPr lang="fr-CA"/>
              <a:t>COSEPAC. (2014). Évaluation et Rapport de situation du COSEPAC sur le chevalier cuivré (</a:t>
            </a:r>
            <a:r>
              <a:rPr lang="fr-CA" i="1" err="1"/>
              <a:t>Moxostoma</a:t>
            </a:r>
            <a:r>
              <a:rPr lang="fr-CA" i="1"/>
              <a:t> </a:t>
            </a:r>
            <a:r>
              <a:rPr lang="fr-CA" i="1" err="1"/>
              <a:t>hubbsi</a:t>
            </a:r>
            <a:r>
              <a:rPr lang="fr-CA"/>
              <a:t>) au Canada. </a:t>
            </a:r>
            <a:r>
              <a:rPr lang="fr-CA" i="1"/>
              <a:t>Comité sur la situation des espèces en péril au Canada</a:t>
            </a:r>
            <a:r>
              <a:rPr lang="fr-CA"/>
              <a:t>, xiii + 81.</a:t>
            </a:r>
          </a:p>
          <a:p>
            <a:pPr marL="180975" indent="-180975">
              <a:buNone/>
            </a:pPr>
            <a:r>
              <a:rPr lang="fr-CA" err="1"/>
              <a:t>Dahlberg</a:t>
            </a:r>
            <a:r>
              <a:rPr lang="fr-CA"/>
              <a:t>, M. D. (1979). A </a:t>
            </a:r>
            <a:r>
              <a:rPr lang="fr-CA" err="1"/>
              <a:t>review</a:t>
            </a:r>
            <a:r>
              <a:rPr lang="fr-CA"/>
              <a:t> of </a:t>
            </a:r>
            <a:r>
              <a:rPr lang="fr-CA" err="1"/>
              <a:t>survival</a:t>
            </a:r>
            <a:r>
              <a:rPr lang="fr-CA"/>
              <a:t> rates of </a:t>
            </a:r>
            <a:r>
              <a:rPr lang="fr-CA" err="1"/>
              <a:t>fish</a:t>
            </a:r>
            <a:r>
              <a:rPr lang="fr-CA"/>
              <a:t> </a:t>
            </a:r>
            <a:r>
              <a:rPr lang="fr-CA" err="1"/>
              <a:t>eggs</a:t>
            </a:r>
            <a:r>
              <a:rPr lang="fr-CA"/>
              <a:t> and </a:t>
            </a:r>
            <a:r>
              <a:rPr lang="fr-CA" err="1"/>
              <a:t>larvae</a:t>
            </a:r>
            <a:r>
              <a:rPr lang="fr-CA"/>
              <a:t> in relation to impact </a:t>
            </a:r>
            <a:r>
              <a:rPr lang="fr-CA" err="1"/>
              <a:t>assessments</a:t>
            </a:r>
            <a:r>
              <a:rPr lang="fr-CA"/>
              <a:t>. </a:t>
            </a:r>
            <a:r>
              <a:rPr lang="fr-CA" i="1"/>
              <a:t>Marine </a:t>
            </a:r>
            <a:r>
              <a:rPr lang="fr-CA" i="1" err="1"/>
              <a:t>Fisheries</a:t>
            </a:r>
            <a:r>
              <a:rPr lang="fr-CA" i="1"/>
              <a:t> </a:t>
            </a:r>
            <a:r>
              <a:rPr lang="fr-CA" i="1" err="1"/>
              <a:t>Review</a:t>
            </a:r>
            <a:r>
              <a:rPr lang="fr-CA"/>
              <a:t>, </a:t>
            </a:r>
            <a:r>
              <a:rPr lang="fr-CA" i="1"/>
              <a:t>41</a:t>
            </a:r>
            <a:r>
              <a:rPr lang="fr-CA"/>
              <a:t>(3).</a:t>
            </a:r>
          </a:p>
          <a:p>
            <a:pPr marL="180975" indent="-180975">
              <a:buNone/>
            </a:pPr>
            <a:r>
              <a:rPr lang="fr-CA" err="1"/>
              <a:t>Hinrichsen</a:t>
            </a:r>
            <a:r>
              <a:rPr lang="fr-CA"/>
              <a:t>, R. A., </a:t>
            </a:r>
            <a:r>
              <a:rPr lang="fr-CA" err="1"/>
              <a:t>Yokomizo</a:t>
            </a:r>
            <a:r>
              <a:rPr lang="fr-CA"/>
              <a:t>, H. et </a:t>
            </a:r>
            <a:r>
              <a:rPr lang="fr-CA" err="1"/>
              <a:t>Salguero</a:t>
            </a:r>
            <a:r>
              <a:rPr lang="fr-CA"/>
              <a:t>-Gómez, R. (2026, 6 février). </a:t>
            </a:r>
            <a:r>
              <a:rPr lang="fr-CA" err="1"/>
              <a:t>From</a:t>
            </a:r>
            <a:r>
              <a:rPr lang="fr-CA"/>
              <a:t> </a:t>
            </a:r>
            <a:r>
              <a:rPr lang="fr-CA" err="1"/>
              <a:t>theory</a:t>
            </a:r>
            <a:r>
              <a:rPr lang="fr-CA"/>
              <a:t> to application: </a:t>
            </a:r>
            <a:r>
              <a:rPr lang="fr-CA" err="1"/>
              <a:t>Elasticity</a:t>
            </a:r>
            <a:r>
              <a:rPr lang="fr-CA"/>
              <a:t>-consistent </a:t>
            </a:r>
            <a:r>
              <a:rPr lang="fr-CA" err="1"/>
              <a:t>aggregation</a:t>
            </a:r>
            <a:r>
              <a:rPr lang="fr-CA"/>
              <a:t> of Leslie matrix population </a:t>
            </a:r>
            <a:r>
              <a:rPr lang="fr-CA" err="1"/>
              <a:t>models</a:t>
            </a:r>
            <a:r>
              <a:rPr lang="fr-CA"/>
              <a:t> for comparative </a:t>
            </a:r>
            <a:r>
              <a:rPr lang="fr-CA" err="1"/>
              <a:t>demography</a:t>
            </a:r>
            <a:r>
              <a:rPr lang="fr-CA"/>
              <a:t>. </a:t>
            </a:r>
            <a:r>
              <a:rPr lang="fr-CA" err="1"/>
              <a:t>bioRxiv</a:t>
            </a:r>
            <a:r>
              <a:rPr lang="fr-CA"/>
              <a:t>. </a:t>
            </a:r>
            <a:r>
              <a:rPr lang="fr-CA">
                <a:hlinkClick r:id="rId5">
                  <a:extLst>
                    <a:ext uri="{A12FA001-AC4F-418D-AE19-62706E023703}">
                      <ahyp:hlinkClr xmlns:ahyp="http://schemas.microsoft.com/office/drawing/2018/hyperlinkcolor" val="tx"/>
                    </a:ext>
                  </a:extLst>
                </a:hlinkClick>
              </a:rPr>
              <a:t>https://doi.org/10.64898/2026.02.04.703802</a:t>
            </a:r>
            <a:endParaRPr lang="fr-CA"/>
          </a:p>
          <a:p>
            <a:pPr marL="180975" indent="-180975">
              <a:buNone/>
            </a:pPr>
            <a:r>
              <a:rPr lang="fr-CA" err="1"/>
              <a:t>Mongeau</a:t>
            </a:r>
            <a:r>
              <a:rPr lang="fr-CA"/>
              <a:t>, J. R., Dumont, P. et Cloutier, L. (1986). </a:t>
            </a:r>
            <a:r>
              <a:rPr lang="fr-CA" i="1"/>
              <a:t>La biologie du Suceur cuivré, </a:t>
            </a:r>
            <a:r>
              <a:rPr lang="fr-CA" err="1"/>
              <a:t>Moxostoma</a:t>
            </a:r>
            <a:r>
              <a:rPr lang="fr-CA"/>
              <a:t> </a:t>
            </a:r>
            <a:r>
              <a:rPr lang="fr-CA" err="1"/>
              <a:t>hubbsi</a:t>
            </a:r>
            <a:r>
              <a:rPr lang="fr-CA" i="1"/>
              <a:t>, une espèce rare et endémique à la région de Montréal, Québec, Canada</a:t>
            </a:r>
            <a:r>
              <a:rPr lang="fr-CA"/>
              <a:t>. </a:t>
            </a:r>
            <a:r>
              <a:rPr lang="fr-CA">
                <a:hlinkClick r:id="rId6">
                  <a:extLst>
                    <a:ext uri="{A12FA001-AC4F-418D-AE19-62706E023703}">
                      <ahyp:hlinkClr xmlns:ahyp="http://schemas.microsoft.com/office/drawing/2018/hyperlinkcolor" val="tx"/>
                    </a:ext>
                  </a:extLst>
                </a:hlinkClick>
              </a:rPr>
              <a:t>https://portals.iucn.org/library/node/15279</a:t>
            </a:r>
            <a:endParaRPr lang="fr-CA"/>
          </a:p>
          <a:p>
            <a:pPr marL="180975" indent="-180975">
              <a:buNone/>
            </a:pPr>
            <a:r>
              <a:rPr lang="fr-CA" err="1"/>
              <a:t>Mongeau</a:t>
            </a:r>
            <a:r>
              <a:rPr lang="fr-CA"/>
              <a:t>, J.-R., Dumont, P. et Cloutier, L. (1992). La biologie du suceur cuivré (</a:t>
            </a:r>
            <a:r>
              <a:rPr lang="fr-CA" i="1" err="1"/>
              <a:t>Moxostoma</a:t>
            </a:r>
            <a:r>
              <a:rPr lang="fr-CA" i="1"/>
              <a:t> </a:t>
            </a:r>
            <a:r>
              <a:rPr lang="fr-CA" i="1" err="1"/>
              <a:t>hubbsi</a:t>
            </a:r>
            <a:r>
              <a:rPr lang="fr-CA"/>
              <a:t>) comparée à celle de quatre autres espèces de </a:t>
            </a:r>
            <a:r>
              <a:rPr lang="fr-CA" i="1" err="1"/>
              <a:t>Moxostoma</a:t>
            </a:r>
            <a:r>
              <a:rPr lang="fr-CA"/>
              <a:t> (</a:t>
            </a:r>
            <a:r>
              <a:rPr lang="fr-CA" i="1"/>
              <a:t>M. </a:t>
            </a:r>
            <a:r>
              <a:rPr lang="fr-CA" i="1" err="1"/>
              <a:t>anisurum</a:t>
            </a:r>
            <a:r>
              <a:rPr lang="fr-CA" i="1"/>
              <a:t>, M. </a:t>
            </a:r>
            <a:r>
              <a:rPr lang="fr-CA" i="1" err="1"/>
              <a:t>carinatum</a:t>
            </a:r>
            <a:r>
              <a:rPr lang="fr-CA" i="1"/>
              <a:t>, M. </a:t>
            </a:r>
            <a:r>
              <a:rPr lang="fr-CA" i="1" err="1"/>
              <a:t>macrolepidotum</a:t>
            </a:r>
            <a:r>
              <a:rPr lang="fr-CA"/>
              <a:t> et</a:t>
            </a:r>
            <a:r>
              <a:rPr lang="fr-CA" i="1"/>
              <a:t> M. </a:t>
            </a:r>
            <a:r>
              <a:rPr lang="fr-CA" i="1" err="1"/>
              <a:t>valenciennesi</a:t>
            </a:r>
            <a:r>
              <a:rPr lang="fr-CA"/>
              <a:t>). </a:t>
            </a:r>
            <a:r>
              <a:rPr lang="fr-CA" i="1"/>
              <a:t>Canadian Journal of </a:t>
            </a:r>
            <a:r>
              <a:rPr lang="fr-CA" i="1" err="1"/>
              <a:t>Zoology</a:t>
            </a:r>
            <a:r>
              <a:rPr lang="fr-CA"/>
              <a:t>, </a:t>
            </a:r>
            <a:r>
              <a:rPr lang="fr-CA" i="1"/>
              <a:t>70</a:t>
            </a:r>
            <a:r>
              <a:rPr lang="fr-CA"/>
              <a:t>(7), 1354‑1363. </a:t>
            </a:r>
            <a:r>
              <a:rPr lang="fr-CA">
                <a:hlinkClick r:id="rId7">
                  <a:extLst>
                    <a:ext uri="{A12FA001-AC4F-418D-AE19-62706E023703}">
                      <ahyp:hlinkClr xmlns:ahyp="http://schemas.microsoft.com/office/drawing/2018/hyperlinkcolor" val="tx"/>
                    </a:ext>
                  </a:extLst>
                </a:hlinkClick>
              </a:rPr>
              <a:t>https://doi.org/10.1139/z92-191</a:t>
            </a:r>
            <a:endParaRPr lang="fr-CA"/>
          </a:p>
          <a:p>
            <a:pPr marL="180975" indent="-180975">
              <a:buNone/>
            </a:pPr>
            <a:r>
              <a:rPr lang="fr-CA" err="1"/>
              <a:t>NatureServe</a:t>
            </a:r>
            <a:r>
              <a:rPr lang="fr-CA"/>
              <a:t>. (2014). </a:t>
            </a:r>
            <a:r>
              <a:rPr lang="fr-CA" i="1" err="1"/>
              <a:t>Moxostoma</a:t>
            </a:r>
            <a:r>
              <a:rPr lang="fr-CA" i="1"/>
              <a:t> </a:t>
            </a:r>
            <a:r>
              <a:rPr lang="fr-CA" i="1" err="1"/>
              <a:t>hubbsi</a:t>
            </a:r>
            <a:r>
              <a:rPr lang="fr-CA"/>
              <a:t>. The IUCN Red List of </a:t>
            </a:r>
            <a:r>
              <a:rPr lang="fr-CA" err="1"/>
              <a:t>Threatened</a:t>
            </a:r>
            <a:r>
              <a:rPr lang="fr-CA"/>
              <a:t> </a:t>
            </a:r>
            <a:r>
              <a:rPr lang="fr-CA" err="1"/>
              <a:t>Species</a:t>
            </a:r>
            <a:r>
              <a:rPr lang="fr-CA"/>
              <a:t>. </a:t>
            </a:r>
            <a:r>
              <a:rPr lang="fr-CA">
                <a:hlinkClick r:id="rId8">
                  <a:extLst>
                    <a:ext uri="{A12FA001-AC4F-418D-AE19-62706E023703}">
                      <ahyp:hlinkClr xmlns:ahyp="http://schemas.microsoft.com/office/drawing/2018/hyperlinkcolor" val="tx"/>
                    </a:ext>
                  </a:extLst>
                </a:hlinkClick>
              </a:rPr>
              <a:t>https://doi.org/10.2305/IUCN.UK.2014-1.RLTS.T13917A58135857.en</a:t>
            </a:r>
            <a:endParaRPr lang="fr-CA"/>
          </a:p>
          <a:p>
            <a:pPr marL="180975" indent="-180975">
              <a:buNone/>
            </a:pPr>
            <a:r>
              <a:rPr lang="fr-CA"/>
              <a:t>Roberts, L. J., Taylor, J. et Garcia de </a:t>
            </a:r>
            <a:r>
              <a:rPr lang="fr-CA" err="1"/>
              <a:t>Leaniz</a:t>
            </a:r>
            <a:r>
              <a:rPr lang="fr-CA"/>
              <a:t>, C. (2011). </a:t>
            </a:r>
            <a:r>
              <a:rPr lang="fr-CA" err="1"/>
              <a:t>Environmental</a:t>
            </a:r>
            <a:r>
              <a:rPr lang="fr-CA"/>
              <a:t> </a:t>
            </a:r>
            <a:r>
              <a:rPr lang="fr-CA" err="1"/>
              <a:t>enrichment</a:t>
            </a:r>
            <a:r>
              <a:rPr lang="fr-CA"/>
              <a:t> </a:t>
            </a:r>
            <a:r>
              <a:rPr lang="fr-CA" err="1"/>
              <a:t>reduces</a:t>
            </a:r>
            <a:r>
              <a:rPr lang="fr-CA"/>
              <a:t> </a:t>
            </a:r>
            <a:r>
              <a:rPr lang="fr-CA" err="1"/>
              <a:t>maladaptive</a:t>
            </a:r>
            <a:r>
              <a:rPr lang="fr-CA"/>
              <a:t> </a:t>
            </a:r>
            <a:r>
              <a:rPr lang="fr-CA" err="1"/>
              <a:t>risk-taking</a:t>
            </a:r>
            <a:r>
              <a:rPr lang="fr-CA"/>
              <a:t> </a:t>
            </a:r>
            <a:r>
              <a:rPr lang="fr-CA" err="1"/>
              <a:t>behavior</a:t>
            </a:r>
            <a:r>
              <a:rPr lang="fr-CA"/>
              <a:t> in </a:t>
            </a:r>
            <a:r>
              <a:rPr lang="fr-CA" err="1"/>
              <a:t>salmon</a:t>
            </a:r>
            <a:r>
              <a:rPr lang="fr-CA"/>
              <a:t> </a:t>
            </a:r>
            <a:r>
              <a:rPr lang="fr-CA" err="1"/>
              <a:t>reared</a:t>
            </a:r>
            <a:r>
              <a:rPr lang="fr-CA"/>
              <a:t> for conservation. </a:t>
            </a:r>
            <a:r>
              <a:rPr lang="fr-CA" i="1" err="1"/>
              <a:t>Biological</a:t>
            </a:r>
            <a:r>
              <a:rPr lang="fr-CA" i="1"/>
              <a:t> Conservation</a:t>
            </a:r>
            <a:r>
              <a:rPr lang="fr-CA"/>
              <a:t>, </a:t>
            </a:r>
            <a:r>
              <a:rPr lang="fr-CA" i="1"/>
              <a:t>144</a:t>
            </a:r>
            <a:r>
              <a:rPr lang="fr-CA"/>
              <a:t>(7), 1972‑1979. </a:t>
            </a:r>
            <a:r>
              <a:rPr lang="fr-CA">
                <a:hlinkClick r:id="rId9">
                  <a:extLst>
                    <a:ext uri="{A12FA001-AC4F-418D-AE19-62706E023703}">
                      <ahyp:hlinkClr xmlns:ahyp="http://schemas.microsoft.com/office/drawing/2018/hyperlinkcolor" val="tx"/>
                    </a:ext>
                  </a:extLst>
                </a:hlinkClick>
              </a:rPr>
              <a:t>https://doi.org/10.1016/j.biocon.2011.04.017</a:t>
            </a:r>
            <a:endParaRPr lang="fr-CA"/>
          </a:p>
          <a:p>
            <a:pPr marL="180975" indent="-180975">
              <a:buNone/>
            </a:pPr>
            <a:r>
              <a:rPr lang="fr-CA"/>
              <a:t>Vachon, N. (2010). </a:t>
            </a:r>
            <a:r>
              <a:rPr lang="fr-CA" i="1"/>
              <a:t>Reproduction artificielle, ensemencements et suivi du recrutement du chevalier cuivré en 2009</a:t>
            </a:r>
            <a:r>
              <a:rPr lang="fr-CA"/>
              <a:t>. Ministère des Ressources naturelles et de la Faune.</a:t>
            </a:r>
          </a:p>
          <a:p>
            <a:pPr marL="180975" indent="-180975">
              <a:buNone/>
            </a:pPr>
            <a:r>
              <a:rPr lang="fr-CA"/>
              <a:t>Vachon, N. (2020). </a:t>
            </a:r>
            <a:r>
              <a:rPr lang="fr-CA" i="1"/>
              <a:t>Recherche de subadultes du chevalier cuivré et suivi du recrutement en 2016</a:t>
            </a:r>
            <a:r>
              <a:rPr lang="fr-CA"/>
              <a:t>. </a:t>
            </a:r>
            <a:r>
              <a:rPr lang="fr-CA">
                <a:hlinkClick r:id="rId10">
                  <a:extLst>
                    <a:ext uri="{A12FA001-AC4F-418D-AE19-62706E023703}">
                      <ahyp:hlinkClr xmlns:ahyp="http://schemas.microsoft.com/office/drawing/2018/hyperlinkcolor" val="tx"/>
                    </a:ext>
                  </a:extLst>
                </a:hlinkClick>
              </a:rPr>
              <a:t>https://doi.org/10.13140/RG.2.2.33614.79689</a:t>
            </a:r>
            <a:endParaRPr lang="fr-CA"/>
          </a:p>
          <a:p>
            <a:pPr marL="180975" indent="-180975">
              <a:buNone/>
            </a:pPr>
            <a:r>
              <a:rPr lang="fr-CA"/>
              <a:t>Vachon, N. (2021a). </a:t>
            </a:r>
            <a:r>
              <a:rPr lang="fr-CA" i="1"/>
              <a:t>Reproduction artificielle, ensemencement et suivi de la population du chevalier cuivré (</a:t>
            </a:r>
            <a:r>
              <a:rPr lang="fr-CA" err="1"/>
              <a:t>Moxostoma</a:t>
            </a:r>
            <a:r>
              <a:rPr lang="fr-CA"/>
              <a:t> </a:t>
            </a:r>
            <a:r>
              <a:rPr lang="fr-CA" err="1"/>
              <a:t>hubbsi</a:t>
            </a:r>
            <a:r>
              <a:rPr lang="fr-CA" i="1"/>
              <a:t>) en 2017</a:t>
            </a:r>
            <a:r>
              <a:rPr lang="fr-CA"/>
              <a:t>.</a:t>
            </a:r>
          </a:p>
          <a:p>
            <a:pPr marL="180975" indent="-180975">
              <a:buNone/>
            </a:pPr>
            <a:r>
              <a:rPr lang="fr-CA"/>
              <a:t>Vachon, N. (2021b). </a:t>
            </a:r>
            <a:r>
              <a:rPr lang="fr-CA" i="1"/>
              <a:t>Reproduction artificielle, ensemencements et suivi de la population du chevalier cuivré (</a:t>
            </a:r>
            <a:r>
              <a:rPr lang="fr-CA" err="1"/>
              <a:t>Moxostoma</a:t>
            </a:r>
            <a:r>
              <a:rPr lang="fr-CA"/>
              <a:t> </a:t>
            </a:r>
            <a:r>
              <a:rPr lang="fr-CA" err="1"/>
              <a:t>hubbsi</a:t>
            </a:r>
            <a:r>
              <a:rPr lang="fr-CA" i="1"/>
              <a:t>) en 2018</a:t>
            </a:r>
            <a:r>
              <a:rPr lang="fr-CA"/>
              <a:t>.</a:t>
            </a:r>
          </a:p>
          <a:p>
            <a:pPr marL="180975" indent="-180975">
              <a:buNone/>
            </a:pPr>
            <a:r>
              <a:rPr lang="fr-CA"/>
              <a:t>Vachon, N. (2021c). </a:t>
            </a:r>
            <a:r>
              <a:rPr lang="fr-CA" i="1"/>
              <a:t>Reproduction artificielle, ensemencements et suivi de la population du chevalier cuivré (</a:t>
            </a:r>
            <a:r>
              <a:rPr lang="fr-CA" err="1"/>
              <a:t>Moxostoma</a:t>
            </a:r>
            <a:r>
              <a:rPr lang="fr-CA"/>
              <a:t> </a:t>
            </a:r>
            <a:r>
              <a:rPr lang="fr-CA" err="1"/>
              <a:t>hubbsi</a:t>
            </a:r>
            <a:r>
              <a:rPr lang="fr-CA" i="1"/>
              <a:t>) en 2019</a:t>
            </a:r>
            <a:r>
              <a:rPr lang="fr-CA"/>
              <a:t>. </a:t>
            </a:r>
            <a:r>
              <a:rPr lang="fr-CA">
                <a:solidFill>
                  <a:srgbClr val="778BA2"/>
                </a:solidFill>
                <a:hlinkClick r:id="rId11">
                  <a:extLst>
                    <a:ext uri="{A12FA001-AC4F-418D-AE19-62706E023703}">
                      <ahyp:hlinkClr xmlns:ahyp="http://schemas.microsoft.com/office/drawing/2018/hyperlinkcolor" val="tx"/>
                    </a:ext>
                  </a:extLst>
                </a:hlinkClick>
              </a:rPr>
              <a:t>https://www.researchgate.net/publication/356970163_Reproduction_artificielle_ensemencements_et_suivi_de_la_population_du_chevalier_cuivre_Moxostoma_hubbsi_en_</a:t>
            </a:r>
            <a:r>
              <a:rPr lang="fr-CA">
                <a:hlinkClick r:id="rId11">
                  <a:extLst>
                    <a:ext uri="{A12FA001-AC4F-418D-AE19-62706E023703}">
                      <ahyp:hlinkClr xmlns:ahyp="http://schemas.microsoft.com/office/drawing/2018/hyperlinkcolor" val="tx"/>
                    </a:ext>
                  </a:extLst>
                </a:hlinkClick>
              </a:rPr>
              <a:t>2019</a:t>
            </a:r>
            <a:endParaRPr lang="fr-CA"/>
          </a:p>
          <a:p>
            <a:pPr marL="180975" indent="-180975">
              <a:buNone/>
            </a:pPr>
            <a:endParaRPr lang="fr-CA"/>
          </a:p>
        </p:txBody>
      </p:sp>
    </p:spTree>
    <p:extLst>
      <p:ext uri="{BB962C8B-B14F-4D97-AF65-F5344CB8AC3E}">
        <p14:creationId xmlns:p14="http://schemas.microsoft.com/office/powerpoint/2010/main" val="3557562823"/>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0</TotalTime>
  <Words>1867</Words>
  <Application>Microsoft Office PowerPoint</Application>
  <PresentationFormat>Grand écran</PresentationFormat>
  <Paragraphs>129</Paragraphs>
  <Slides>28</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28</vt:i4>
      </vt:variant>
    </vt:vector>
  </HeadingPairs>
  <TitlesOfParts>
    <vt:vector size="33" baseType="lpstr">
      <vt:lpstr>Aptos</vt:lpstr>
      <vt:lpstr>Arial</vt:lpstr>
      <vt:lpstr>Calisto MT</vt:lpstr>
      <vt:lpstr>Univers Condensed</vt: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Modèle</vt:lpstr>
      <vt:lpstr>Résultats</vt:lpstr>
      <vt:lpstr>Présentation PowerPoint</vt:lpstr>
      <vt:lpstr>Présentation PowerPoint</vt:lpstr>
      <vt:lpstr>Discussion</vt:lpstr>
      <vt:lpstr>Impact sur la conservation</vt:lpstr>
      <vt:lpstr>Limitations de l’étude</vt:lpstr>
      <vt:lpstr>Partie 2</vt:lpstr>
      <vt:lpstr>Un modèle plus simple peut-il représenter la réalité?</vt:lpstr>
      <vt:lpstr>Méthode</vt:lpstr>
      <vt:lpstr>Matrices</vt:lpstr>
      <vt:lpstr>Avantages Désavantages </vt:lpstr>
      <vt:lpstr>Résultats</vt:lpstr>
      <vt:lpstr>Présentation PowerPoint</vt:lpstr>
      <vt:lpstr>Présentation PowerPoint</vt:lpstr>
      <vt:lpstr>Discussion</vt:lpstr>
      <vt:lpstr>Conclusion</vt:lpstr>
      <vt:lpstr>Merci !</vt:lpstr>
      <vt:lpstr>Bibliographie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1</cp:revision>
  <dcterms:created xsi:type="dcterms:W3CDTF">2026-04-15T19:59:23Z</dcterms:created>
  <dcterms:modified xsi:type="dcterms:W3CDTF">2026-04-17T03:37:50Z</dcterms:modified>
</cp:coreProperties>
</file>
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74" r:id="rId11"/>
    <p:sldId id="265" r:id="rId12"/>
    <p:sldId id="267" r:id="rId13"/>
    <p:sldId id="269" r:id="rId14"/>
    <p:sldId id="266" r:id="rId15"/>
    <p:sldId id="270" r:id="rId16"/>
    <p:sldId id="271" r:id="rId17"/>
    <p:sldId id="272" r:id="rId18"/>
    <p:sldId id="273" r:id="rId19"/>
    <p:sldId id="275" r:id="rId20"/>
    <p:sldId id="276" r:id="rId21"/>
    <p:sldId id="277" r:id="rId22"/>
    <p:sldId id="279" r:id="rId23"/>
    <p:sldId id="278" r:id="rId24"/>
    <p:sldId id="280" r:id="rId25"/>
    <p:sldId id="281" r:id="rId26"/>
    <p:sldId id="282"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4B8DB3-0E07-4C81-8CE6-75F1F7AC2095}" v="70" dt="2026-04-17T01:30:57.31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addMainMaster delMainMaster">
      <pc:chgData name="Tristan Plasse" userId="13c698b9-43c4-4271-b359-faaadca0774b" providerId="ADAL" clId="{FE460185-D4AE-4375-BA71-CD1D7F2341F0}" dt="2026-04-17T01:31:13.276" v="5059" actId="1076"/>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modSp new mod">
        <pc:chgData name="Tristan Plasse" userId="13c698b9-43c4-4271-b359-faaadca0774b" providerId="ADAL" clId="{FE460185-D4AE-4375-BA71-CD1D7F2341F0}" dt="2026-04-15T21:49:45.861" v="709" actId="107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mod">
          <ac:chgData name="Tristan Plasse" userId="13c698b9-43c4-4271-b359-faaadca0774b" providerId="ADAL" clId="{FE460185-D4AE-4375-BA71-CD1D7F2341F0}" dt="2026-04-15T21:42:10.756" v="522" actId="20577"/>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6T01:19:53.453" v="2430"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6T01:19:53.453" v="2430"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modSp new mod modNotesTx">
        <pc:chgData name="Tristan Plasse" userId="13c698b9-43c4-4271-b359-faaadca0774b" providerId="ADAL" clId="{FE460185-D4AE-4375-BA71-CD1D7F2341F0}" dt="2026-04-16T02:27:57.490" v="3588"/>
        <pc:sldMkLst>
          <pc:docMk/>
          <pc:sldMk cId="400772557" sldId="266"/>
        </pc:sldMkLst>
        <pc:spChg chg="mod">
          <ac:chgData name="Tristan Plasse" userId="13c698b9-43c4-4271-b359-faaadca0774b" providerId="ADAL" clId="{FE460185-D4AE-4375-BA71-CD1D7F2341F0}" dt="2026-04-16T01:36:18.826" v="3023" actId="20577"/>
          <ac:spMkLst>
            <pc:docMk/>
            <pc:sldMk cId="400772557" sldId="266"/>
            <ac:spMk id="2" creationId="{B602546B-6E81-B2EF-AF4D-70A2BABCE52E}"/>
          </ac:spMkLst>
        </pc:spChg>
        <pc:spChg chg="mod">
          <ac:chgData name="Tristan Plasse" userId="13c698b9-43c4-4271-b359-faaadca0774b" providerId="ADAL" clId="{FE460185-D4AE-4375-BA71-CD1D7F2341F0}" dt="2026-04-16T02:27:57.490" v="3588"/>
          <ac:spMkLst>
            <pc:docMk/>
            <pc:sldMk cId="400772557" sldId="266"/>
            <ac:spMk id="3" creationId="{7C8FECE2-37AA-AFF5-7D1E-A6F3BA91F380}"/>
          </ac:spMkLst>
        </pc:spChg>
      </pc:sldChg>
      <pc:sldChg chg="addSp delSp modSp add mod">
        <pc:chgData name="Tristan Plasse" userId="13c698b9-43c4-4271-b359-faaadca0774b" providerId="ADAL" clId="{FE460185-D4AE-4375-BA71-CD1D7F2341F0}" dt="2026-04-16T01:21:56.262" v="2594" actId="14100"/>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6T01:21:19.761" v="2587" actId="1076"/>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6T01:36:09.232" v="3013" actId="20577"/>
        <pc:sldMkLst>
          <pc:docMk/>
          <pc:sldMk cId="4073645163" sldId="269"/>
        </pc:sldMkLst>
        <pc:spChg chg="mod">
          <ac:chgData name="Tristan Plasse" userId="13c698b9-43c4-4271-b359-faaadca0774b" providerId="ADAL" clId="{FE460185-D4AE-4375-BA71-CD1D7F2341F0}" dt="2026-04-16T01:36:09.232" v="3013" actId="20577"/>
          <ac:spMkLst>
            <pc:docMk/>
            <pc:sldMk cId="4073645163" sldId="269"/>
            <ac:spMk id="12" creationId="{C9FAF4E8-FBA0-C1B3-18B7-2833B15C2E5C}"/>
          </ac:spMkLst>
        </pc:spChg>
        <pc:picChg chg="add del mod">
          <ac:chgData name="Tristan Plasse" userId="13c698b9-43c4-4271-b359-faaadca0774b" providerId="ADAL" clId="{FE460185-D4AE-4375-BA71-CD1D7F2341F0}" dt="2026-04-16T01:31:08.732" v="2614" actId="478"/>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add mod">
          <ac:chgData name="Tristan Plasse" userId="13c698b9-43c4-4271-b359-faaadca0774b" providerId="ADAL" clId="{FE460185-D4AE-4375-BA71-CD1D7F2341F0}" dt="2026-04-16T01:33:17.443" v="2633" actId="14100"/>
          <ac:picMkLst>
            <pc:docMk/>
            <pc:sldMk cId="4073645163" sldId="269"/>
            <ac:picMk id="6" creationId="{57A977B4-F0B7-1A94-5F50-6DB61D43BE7B}"/>
          </ac:picMkLst>
        </pc:picChg>
        <pc:picChg chg="add del mod">
          <ac:chgData name="Tristan Plasse" userId="13c698b9-43c4-4271-b359-faaadca0774b" providerId="ADAL" clId="{FE460185-D4AE-4375-BA71-CD1D7F2341F0}" dt="2026-04-16T01:32:08.871" v="2619" actId="478"/>
          <ac:picMkLst>
            <pc:docMk/>
            <pc:sldMk cId="4073645163" sldId="269"/>
            <ac:picMk id="8" creationId="{3D9401CE-DFEB-73AD-1B71-D0EE61988BBC}"/>
          </ac:picMkLst>
        </pc:picChg>
        <pc:picChg chg="add mod modCrop">
          <ac:chgData name="Tristan Plasse" userId="13c698b9-43c4-4271-b359-faaadca0774b" providerId="ADAL" clId="{FE460185-D4AE-4375-BA71-CD1D7F2341F0}" dt="2026-04-16T01:33:01.343" v="2631" actId="14100"/>
          <ac:picMkLst>
            <pc:docMk/>
            <pc:sldMk cId="4073645163" sldId="269"/>
            <ac:picMk id="10" creationId="{8F3BD6FE-B164-B9F2-09BB-32BB144C5117}"/>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Chg chg="addSp modSp new mod setBg">
        <pc:chgData name="Tristan Plasse" userId="13c698b9-43c4-4271-b359-faaadca0774b" providerId="ADAL" clId="{FE460185-D4AE-4375-BA71-CD1D7F2341F0}" dt="2026-04-16T02:43:18.894" v="4116" actId="108"/>
        <pc:sldMkLst>
          <pc:docMk/>
          <pc:sldMk cId="960806995" sldId="270"/>
        </pc:sldMkLst>
        <pc:spChg chg="mod">
          <ac:chgData name="Tristan Plasse" userId="13c698b9-43c4-4271-b359-faaadca0774b" providerId="ADAL" clId="{FE460185-D4AE-4375-BA71-CD1D7F2341F0}" dt="2026-04-16T02:43:08.632" v="4114" actId="26606"/>
          <ac:spMkLst>
            <pc:docMk/>
            <pc:sldMk cId="960806995" sldId="270"/>
            <ac:spMk id="2" creationId="{E94E064B-C271-D942-847D-C57AA49309EB}"/>
          </ac:spMkLst>
        </pc:spChg>
        <pc:spChg chg="mod">
          <ac:chgData name="Tristan Plasse" userId="13c698b9-43c4-4271-b359-faaadca0774b" providerId="ADAL" clId="{FE460185-D4AE-4375-BA71-CD1D7F2341F0}" dt="2026-04-16T02:43:18.894" v="4116" actId="108"/>
          <ac:spMkLst>
            <pc:docMk/>
            <pc:sldMk cId="960806995" sldId="270"/>
            <ac:spMk id="3" creationId="{985811B9-89CF-1E2E-CD4B-69C7E3D221C2}"/>
          </ac:spMkLst>
        </pc:spChg>
        <pc:spChg chg="add">
          <ac:chgData name="Tristan Plasse" userId="13c698b9-43c4-4271-b359-faaadca0774b" providerId="ADAL" clId="{FE460185-D4AE-4375-BA71-CD1D7F2341F0}" dt="2026-04-16T02:43:08.632" v="4114" actId="26606"/>
          <ac:spMkLst>
            <pc:docMk/>
            <pc:sldMk cId="960806995" sldId="270"/>
            <ac:spMk id="8" creationId="{5F710FDB-0919-493E-8539-8240C23F1EB2}"/>
          </ac:spMkLst>
        </pc:spChg>
        <pc:cxnChg chg="add">
          <ac:chgData name="Tristan Plasse" userId="13c698b9-43c4-4271-b359-faaadca0774b" providerId="ADAL" clId="{FE460185-D4AE-4375-BA71-CD1D7F2341F0}" dt="2026-04-16T02:43:08.632" v="4114" actId="26606"/>
          <ac:cxnSpMkLst>
            <pc:docMk/>
            <pc:sldMk cId="960806995" sldId="270"/>
            <ac:cxnSpMk id="10" creationId="{0AFF0B6C-73E2-4B40-9280-938C14922C87}"/>
          </ac:cxnSpMkLst>
        </pc:cxnChg>
      </pc:sldChg>
      <pc:sldChg chg="addSp delSp modSp new mod setBg">
        <pc:chgData name="Tristan Plasse" userId="13c698b9-43c4-4271-b359-faaadca0774b" providerId="ADAL" clId="{FE460185-D4AE-4375-BA71-CD1D7F2341F0}" dt="2026-04-16T02:43:04.560" v="4113" actId="26606"/>
        <pc:sldMkLst>
          <pc:docMk/>
          <pc:sldMk cId="1896708259" sldId="271"/>
        </pc:sldMkLst>
        <pc:spChg chg="mod">
          <ac:chgData name="Tristan Plasse" userId="13c698b9-43c4-4271-b359-faaadca0774b" providerId="ADAL" clId="{FE460185-D4AE-4375-BA71-CD1D7F2341F0}" dt="2026-04-16T02:43:04.560" v="4113" actId="26606"/>
          <ac:spMkLst>
            <pc:docMk/>
            <pc:sldMk cId="1896708259" sldId="271"/>
            <ac:spMk id="2" creationId="{8D966DD8-8219-CF1B-134B-3A3C1821891D}"/>
          </ac:spMkLst>
        </pc:spChg>
        <pc:spChg chg="mod">
          <ac:chgData name="Tristan Plasse" userId="13c698b9-43c4-4271-b359-faaadca0774b" providerId="ADAL" clId="{FE460185-D4AE-4375-BA71-CD1D7F2341F0}" dt="2026-04-16T02:43:04.560" v="4113" actId="26606"/>
          <ac:spMkLst>
            <pc:docMk/>
            <pc:sldMk cId="1896708259" sldId="271"/>
            <ac:spMk id="3" creationId="{76E70E93-C46E-8BE3-F6AA-2FF55DA44A33}"/>
          </ac:spMkLst>
        </pc:spChg>
        <pc:spChg chg="add del">
          <ac:chgData name="Tristan Plasse" userId="13c698b9-43c4-4271-b359-faaadca0774b" providerId="ADAL" clId="{FE460185-D4AE-4375-BA71-CD1D7F2341F0}" dt="2026-04-16T02:43:04.560" v="4113" actId="26606"/>
          <ac:spMkLst>
            <pc:docMk/>
            <pc:sldMk cId="1896708259" sldId="271"/>
            <ac:spMk id="8" creationId="{5F710FDB-0919-493E-8539-8240C23F1EB2}"/>
          </ac:spMkLst>
        </pc:spChg>
        <pc:cxnChg chg="add del">
          <ac:chgData name="Tristan Plasse" userId="13c698b9-43c4-4271-b359-faaadca0774b" providerId="ADAL" clId="{FE460185-D4AE-4375-BA71-CD1D7F2341F0}" dt="2026-04-16T02:43:04.560" v="4113" actId="26606"/>
          <ac:cxnSpMkLst>
            <pc:docMk/>
            <pc:sldMk cId="1896708259" sldId="271"/>
            <ac:cxnSpMk id="10" creationId="{0AFF0B6C-73E2-4B40-9280-938C14922C87}"/>
          </ac:cxnSpMkLst>
        </pc:cxnChg>
      </pc:sldChg>
      <pc:sldChg chg="addSp delSp modSp new mod setBg">
        <pc:chgData name="Tristan Plasse" userId="13c698b9-43c4-4271-b359-faaadca0774b" providerId="ADAL" clId="{FE460185-D4AE-4375-BA71-CD1D7F2341F0}" dt="2026-04-16T02:42:41.334" v="4108" actId="26606"/>
        <pc:sldMkLst>
          <pc:docMk/>
          <pc:sldMk cId="1681359310" sldId="272"/>
        </pc:sldMkLst>
        <pc:spChg chg="mod">
          <ac:chgData name="Tristan Plasse" userId="13c698b9-43c4-4271-b359-faaadca0774b" providerId="ADAL" clId="{FE460185-D4AE-4375-BA71-CD1D7F2341F0}" dt="2026-04-16T02:42:41.334" v="4108" actId="26606"/>
          <ac:spMkLst>
            <pc:docMk/>
            <pc:sldMk cId="1681359310" sldId="272"/>
            <ac:spMk id="2" creationId="{C6592201-F93D-A145-140C-4ED4769B3007}"/>
          </ac:spMkLst>
        </pc:spChg>
        <pc:spChg chg="del">
          <ac:chgData name="Tristan Plasse" userId="13c698b9-43c4-4271-b359-faaadca0774b" providerId="ADAL" clId="{FE460185-D4AE-4375-BA71-CD1D7F2341F0}" dt="2026-04-16T02:42:34.162" v="4107" actId="478"/>
          <ac:spMkLst>
            <pc:docMk/>
            <pc:sldMk cId="1681359310" sldId="272"/>
            <ac:spMk id="3" creationId="{73F2AA7A-9104-D0E1-A821-0144F482BC91}"/>
          </ac:spMkLst>
        </pc:spChg>
        <pc:spChg chg="add">
          <ac:chgData name="Tristan Plasse" userId="13c698b9-43c4-4271-b359-faaadca0774b" providerId="ADAL" clId="{FE460185-D4AE-4375-BA71-CD1D7F2341F0}" dt="2026-04-16T02:42:41.334" v="4108" actId="26606"/>
          <ac:spMkLst>
            <pc:docMk/>
            <pc:sldMk cId="1681359310" sldId="272"/>
            <ac:spMk id="11" creationId="{DEF92653-5D6D-47E6-8744-0DAF76E049C4}"/>
          </ac:spMkLst>
        </pc:spChg>
        <pc:cxnChg chg="add">
          <ac:chgData name="Tristan Plasse" userId="13c698b9-43c4-4271-b359-faaadca0774b" providerId="ADAL" clId="{FE460185-D4AE-4375-BA71-CD1D7F2341F0}" dt="2026-04-16T02:42:41.334" v="4108" actId="26606"/>
          <ac:cxnSpMkLst>
            <pc:docMk/>
            <pc:sldMk cId="1681359310" sldId="272"/>
            <ac:cxnSpMk id="7" creationId="{F64F9B95-9045-48D2-B9F3-2927E98F54AA}"/>
          </ac:cxnSpMkLst>
        </pc:cxnChg>
        <pc:cxnChg chg="add">
          <ac:chgData name="Tristan Plasse" userId="13c698b9-43c4-4271-b359-faaadca0774b" providerId="ADAL" clId="{FE460185-D4AE-4375-BA71-CD1D7F2341F0}" dt="2026-04-16T02:42:41.334" v="4108" actId="26606"/>
          <ac:cxnSpMkLst>
            <pc:docMk/>
            <pc:sldMk cId="1681359310" sldId="272"/>
            <ac:cxnSpMk id="9" creationId="{085AA86F-6A4D-4BCB-A045-D992CDC2959B}"/>
          </ac:cxnSpMkLst>
        </pc:cxnChg>
        <pc:cxnChg chg="add">
          <ac:chgData name="Tristan Plasse" userId="13c698b9-43c4-4271-b359-faaadca0774b" providerId="ADAL" clId="{FE460185-D4AE-4375-BA71-CD1D7F2341F0}" dt="2026-04-16T02:42:41.334" v="4108" actId="26606"/>
          <ac:cxnSpMkLst>
            <pc:docMk/>
            <pc:sldMk cId="1681359310" sldId="272"/>
            <ac:cxnSpMk id="13" creationId="{9CA98CE3-81A7-4FFE-A047-9AA65998D877}"/>
          </ac:cxnSpMkLst>
        </pc:cxnChg>
      </pc:sldChg>
      <pc:sldChg chg="addSp delSp modSp new mod">
        <pc:chgData name="Tristan Plasse" userId="13c698b9-43c4-4271-b359-faaadca0774b" providerId="ADAL" clId="{FE460185-D4AE-4375-BA71-CD1D7F2341F0}" dt="2026-04-17T01:04:48.253" v="4499" actId="14100"/>
        <pc:sldMkLst>
          <pc:docMk/>
          <pc:sldMk cId="3744480376" sldId="273"/>
        </pc:sldMkLst>
        <pc:spChg chg="mod">
          <ac:chgData name="Tristan Plasse" userId="13c698b9-43c4-4271-b359-faaadca0774b" providerId="ADAL" clId="{FE460185-D4AE-4375-BA71-CD1D7F2341F0}" dt="2026-04-17T00:44:40.484" v="4141" actId="20577"/>
          <ac:spMkLst>
            <pc:docMk/>
            <pc:sldMk cId="3744480376" sldId="273"/>
            <ac:spMk id="2" creationId="{0EC2D6A5-520A-776E-E0CF-3651506DA145}"/>
          </ac:spMkLst>
        </pc:spChg>
        <pc:spChg chg="mod">
          <ac:chgData name="Tristan Plasse" userId="13c698b9-43c4-4271-b359-faaadca0774b" providerId="ADAL" clId="{FE460185-D4AE-4375-BA71-CD1D7F2341F0}" dt="2026-04-17T01:03:16.916" v="4483" actId="2710"/>
          <ac:spMkLst>
            <pc:docMk/>
            <pc:sldMk cId="3744480376" sldId="273"/>
            <ac:spMk id="3" creationId="{38AAA12E-716D-5899-9938-9C062F7A14B4}"/>
          </ac:spMkLst>
        </pc:spChg>
        <pc:spChg chg="add del mod">
          <ac:chgData name="Tristan Plasse" userId="13c698b9-43c4-4271-b359-faaadca0774b" providerId="ADAL" clId="{FE460185-D4AE-4375-BA71-CD1D7F2341F0}" dt="2026-04-17T01:04:08.852" v="4491" actId="11529"/>
          <ac:spMkLst>
            <pc:docMk/>
            <pc:sldMk cId="3744480376" sldId="273"/>
            <ac:spMk id="10" creationId="{D0CF86B7-C7F6-1143-ED5A-D2A3BC154518}"/>
          </ac:spMkLst>
        </pc:spChg>
        <pc:spChg chg="add mod">
          <ac:chgData name="Tristan Plasse" userId="13c698b9-43c4-4271-b359-faaadca0774b" providerId="ADAL" clId="{FE460185-D4AE-4375-BA71-CD1D7F2341F0}" dt="2026-04-17T01:04:48.253" v="4499" actId="14100"/>
          <ac:spMkLst>
            <pc:docMk/>
            <pc:sldMk cId="3744480376" sldId="273"/>
            <ac:spMk id="11" creationId="{7548656C-186D-3220-0CDB-0A482B5D9824}"/>
          </ac:spMkLst>
        </pc:spChg>
        <pc:picChg chg="add mod">
          <ac:chgData name="Tristan Plasse" userId="13c698b9-43c4-4271-b359-faaadca0774b" providerId="ADAL" clId="{FE460185-D4AE-4375-BA71-CD1D7F2341F0}" dt="2026-04-17T01:03:20.603" v="4484" actId="1076"/>
          <ac:picMkLst>
            <pc:docMk/>
            <pc:sldMk cId="3744480376" sldId="273"/>
            <ac:picMk id="5" creationId="{9685D4F2-40A3-6B20-7AD7-ACCE12A4A00F}"/>
          </ac:picMkLst>
        </pc:picChg>
        <pc:picChg chg="add mod">
          <ac:chgData name="Tristan Plasse" userId="13c698b9-43c4-4271-b359-faaadca0774b" providerId="ADAL" clId="{FE460185-D4AE-4375-BA71-CD1D7F2341F0}" dt="2026-04-17T01:03:23.337" v="4485" actId="1076"/>
          <ac:picMkLst>
            <pc:docMk/>
            <pc:sldMk cId="3744480376" sldId="273"/>
            <ac:picMk id="7" creationId="{BB415FDE-9E57-650D-4644-A3CC764FDA45}"/>
          </ac:picMkLst>
        </pc:picChg>
        <pc:cxnChg chg="add del mod">
          <ac:chgData name="Tristan Plasse" userId="13c698b9-43c4-4271-b359-faaadca0774b" providerId="ADAL" clId="{FE460185-D4AE-4375-BA71-CD1D7F2341F0}" dt="2026-04-17T01:03:45.869" v="4487" actId="478"/>
          <ac:cxnSpMkLst>
            <pc:docMk/>
            <pc:sldMk cId="3744480376" sldId="273"/>
            <ac:cxnSpMk id="9" creationId="{8BE37D1B-F31A-9D61-8C1D-4BC41C8E9CAF}"/>
          </ac:cxnSpMkLst>
        </pc:cxnChg>
      </pc:sldChg>
      <pc:sldChg chg="addSp delSp modSp new mod setBg">
        <pc:chgData name="Tristan Plasse" userId="13c698b9-43c4-4271-b359-faaadca0774b" providerId="ADAL" clId="{FE460185-D4AE-4375-BA71-CD1D7F2341F0}" dt="2026-04-16T22:11:55.941" v="4134" actId="26606"/>
        <pc:sldMkLst>
          <pc:docMk/>
          <pc:sldMk cId="3943359794" sldId="274"/>
        </pc:sldMkLst>
        <pc:spChg chg="mod">
          <ac:chgData name="Tristan Plasse" userId="13c698b9-43c4-4271-b359-faaadca0774b" providerId="ADAL" clId="{FE460185-D4AE-4375-BA71-CD1D7F2341F0}" dt="2026-04-16T22:11:55.941" v="4134" actId="26606"/>
          <ac:spMkLst>
            <pc:docMk/>
            <pc:sldMk cId="3943359794" sldId="274"/>
            <ac:spMk id="2" creationId="{F3A5A10E-A61E-2445-131F-98F4232F9171}"/>
          </ac:spMkLst>
        </pc:spChg>
        <pc:spChg chg="del">
          <ac:chgData name="Tristan Plasse" userId="13c698b9-43c4-4271-b359-faaadca0774b" providerId="ADAL" clId="{FE460185-D4AE-4375-BA71-CD1D7F2341F0}" dt="2026-04-16T21:59:01.265" v="4124" actId="478"/>
          <ac:spMkLst>
            <pc:docMk/>
            <pc:sldMk cId="3943359794" sldId="274"/>
            <ac:spMk id="3" creationId="{7D509329-D8E9-DC9D-AA20-8B13EE3B11C5}"/>
          </ac:spMkLst>
        </pc:spChg>
        <pc:spChg chg="add">
          <ac:chgData name="Tristan Plasse" userId="13c698b9-43c4-4271-b359-faaadca0774b" providerId="ADAL" clId="{FE460185-D4AE-4375-BA71-CD1D7F2341F0}" dt="2026-04-16T21:59:01.625" v="4125"/>
          <ac:spMkLst>
            <pc:docMk/>
            <pc:sldMk cId="3943359794" sldId="274"/>
            <ac:spMk id="4" creationId="{52175E9E-193B-CABD-0847-D23BEF1F84FC}"/>
          </ac:spMkLst>
        </pc:spChg>
        <pc:spChg chg="add">
          <ac:chgData name="Tristan Plasse" userId="13c698b9-43c4-4271-b359-faaadca0774b" providerId="ADAL" clId="{FE460185-D4AE-4375-BA71-CD1D7F2341F0}" dt="2026-04-16T21:59:05.947" v="4126"/>
          <ac:spMkLst>
            <pc:docMk/>
            <pc:sldMk cId="3943359794" sldId="274"/>
            <ac:spMk id="5" creationId="{5C7006F9-8CAE-B5C4-8633-9F7A94BDC7FD}"/>
          </ac:spMkLst>
        </pc:spChg>
        <pc:spChg chg="add">
          <ac:chgData name="Tristan Plasse" userId="13c698b9-43c4-4271-b359-faaadca0774b" providerId="ADAL" clId="{FE460185-D4AE-4375-BA71-CD1D7F2341F0}" dt="2026-04-16T22:11:50.444" v="4131"/>
          <ac:spMkLst>
            <pc:docMk/>
            <pc:sldMk cId="3943359794" sldId="274"/>
            <ac:spMk id="8" creationId="{653D6F1D-B915-DB9E-2085-A8CC25F78665}"/>
          </ac:spMkLst>
        </pc:spChg>
        <pc:spChg chg="add">
          <ac:chgData name="Tristan Plasse" userId="13c698b9-43c4-4271-b359-faaadca0774b" providerId="ADAL" clId="{FE460185-D4AE-4375-BA71-CD1D7F2341F0}" dt="2026-04-16T22:11:55.941" v="4134" actId="26606"/>
          <ac:spMkLst>
            <pc:docMk/>
            <pc:sldMk cId="3943359794" sldId="274"/>
            <ac:spMk id="19" creationId="{341BFA31-6544-45C2-9DA0-9E1C5E0B1959}"/>
          </ac:spMkLst>
        </pc:spChg>
        <pc:picChg chg="add mod ord">
          <ac:chgData name="Tristan Plasse" userId="13c698b9-43c4-4271-b359-faaadca0774b" providerId="ADAL" clId="{FE460185-D4AE-4375-BA71-CD1D7F2341F0}" dt="2026-04-16T22:11:55.941" v="4134" actId="26606"/>
          <ac:picMkLst>
            <pc:docMk/>
            <pc:sldMk cId="3943359794" sldId="274"/>
            <ac:picMk id="7" creationId="{A7047DCF-1E5A-A37A-7B89-E425EBDB3458}"/>
          </ac:picMkLst>
        </pc:picChg>
        <pc:picChg chg="add mod">
          <ac:chgData name="Tristan Plasse" userId="13c698b9-43c4-4271-b359-faaadca0774b" providerId="ADAL" clId="{FE460185-D4AE-4375-BA71-CD1D7F2341F0}" dt="2026-04-16T22:11:55.941" v="4134" actId="26606"/>
          <ac:picMkLst>
            <pc:docMk/>
            <pc:sldMk cId="3943359794" sldId="274"/>
            <ac:picMk id="10" creationId="{9D9C65FB-6DB1-A9D5-4232-01BDE010BE4E}"/>
          </ac:picMkLst>
        </pc:picChg>
        <pc:cxnChg chg="add">
          <ac:chgData name="Tristan Plasse" userId="13c698b9-43c4-4271-b359-faaadca0774b" providerId="ADAL" clId="{FE460185-D4AE-4375-BA71-CD1D7F2341F0}" dt="2026-04-16T22:11:55.941" v="4134" actId="26606"/>
          <ac:cxnSpMkLst>
            <pc:docMk/>
            <pc:sldMk cId="3943359794" sldId="274"/>
            <ac:cxnSpMk id="15" creationId="{F64F9B95-9045-48D2-B9F3-2927E98F54AA}"/>
          </ac:cxnSpMkLst>
        </pc:cxnChg>
        <pc:cxnChg chg="add">
          <ac:chgData name="Tristan Plasse" userId="13c698b9-43c4-4271-b359-faaadca0774b" providerId="ADAL" clId="{FE460185-D4AE-4375-BA71-CD1D7F2341F0}" dt="2026-04-16T22:11:55.941" v="4134" actId="26606"/>
          <ac:cxnSpMkLst>
            <pc:docMk/>
            <pc:sldMk cId="3943359794" sldId="274"/>
            <ac:cxnSpMk id="17" creationId="{085AA86F-6A4D-4BCB-A045-D992CDC2959B}"/>
          </ac:cxnSpMkLst>
        </pc:cxnChg>
        <pc:cxnChg chg="add">
          <ac:chgData name="Tristan Plasse" userId="13c698b9-43c4-4271-b359-faaadca0774b" providerId="ADAL" clId="{FE460185-D4AE-4375-BA71-CD1D7F2341F0}" dt="2026-04-16T22:11:55.941" v="4134" actId="26606"/>
          <ac:cxnSpMkLst>
            <pc:docMk/>
            <pc:sldMk cId="3943359794" sldId="274"/>
            <ac:cxnSpMk id="21" creationId="{DC36F877-5419-44C1-A2CD-376BDDDC3E41}"/>
          </ac:cxnSpMkLst>
        </pc:cxnChg>
      </pc:sldChg>
      <pc:sldChg chg="addSp modSp new mod">
        <pc:chgData name="Tristan Plasse" userId="13c698b9-43c4-4271-b359-faaadca0774b" providerId="ADAL" clId="{FE460185-D4AE-4375-BA71-CD1D7F2341F0}" dt="2026-04-17T01:03:11.754" v="4482" actId="2710"/>
        <pc:sldMkLst>
          <pc:docMk/>
          <pc:sldMk cId="3710197240" sldId="275"/>
        </pc:sldMkLst>
        <pc:spChg chg="mod">
          <ac:chgData name="Tristan Plasse" userId="13c698b9-43c4-4271-b359-faaadca0774b" providerId="ADAL" clId="{FE460185-D4AE-4375-BA71-CD1D7F2341F0}" dt="2026-04-17T00:59:10.373" v="4380" actId="20577"/>
          <ac:spMkLst>
            <pc:docMk/>
            <pc:sldMk cId="3710197240" sldId="275"/>
            <ac:spMk id="2" creationId="{A4F1E310-7C7B-1E3D-DBA7-78328792D625}"/>
          </ac:spMkLst>
        </pc:spChg>
        <pc:spChg chg="mod">
          <ac:chgData name="Tristan Plasse" userId="13c698b9-43c4-4271-b359-faaadca0774b" providerId="ADAL" clId="{FE460185-D4AE-4375-BA71-CD1D7F2341F0}" dt="2026-04-17T01:03:11.754" v="4482" actId="2710"/>
          <ac:spMkLst>
            <pc:docMk/>
            <pc:sldMk cId="3710197240" sldId="275"/>
            <ac:spMk id="3" creationId="{EE1A390D-8519-2554-2768-18698B2C10FF}"/>
          </ac:spMkLst>
        </pc:spChg>
        <pc:spChg chg="add mod">
          <ac:chgData name="Tristan Plasse" userId="13c698b9-43c4-4271-b359-faaadca0774b" providerId="ADAL" clId="{FE460185-D4AE-4375-BA71-CD1D7F2341F0}" dt="2026-04-17T01:02:47.762" v="4481" actId="164"/>
          <ac:spMkLst>
            <pc:docMk/>
            <pc:sldMk cId="3710197240" sldId="275"/>
            <ac:spMk id="4" creationId="{769DBEF4-FBE0-6D7D-A4A1-31856EB49A5B}"/>
          </ac:spMkLst>
        </pc:spChg>
        <pc:spChg chg="add mod">
          <ac:chgData name="Tristan Plasse" userId="13c698b9-43c4-4271-b359-faaadca0774b" providerId="ADAL" clId="{FE460185-D4AE-4375-BA71-CD1D7F2341F0}" dt="2026-04-17T01:02:47.762" v="4481" actId="164"/>
          <ac:spMkLst>
            <pc:docMk/>
            <pc:sldMk cId="3710197240" sldId="275"/>
            <ac:spMk id="5" creationId="{584A445A-35A4-5CCD-3E0F-1132280B6EBE}"/>
          </ac:spMkLst>
        </pc:spChg>
        <pc:spChg chg="add mod">
          <ac:chgData name="Tristan Plasse" userId="13c698b9-43c4-4271-b359-faaadca0774b" providerId="ADAL" clId="{FE460185-D4AE-4375-BA71-CD1D7F2341F0}" dt="2026-04-17T01:02:47.762" v="4481" actId="164"/>
          <ac:spMkLst>
            <pc:docMk/>
            <pc:sldMk cId="3710197240" sldId="275"/>
            <ac:spMk id="6" creationId="{88AA4DF5-8C2D-2045-0ED6-5A771E6D2A10}"/>
          </ac:spMkLst>
        </pc:spChg>
        <pc:grpChg chg="add mod">
          <ac:chgData name="Tristan Plasse" userId="13c698b9-43c4-4271-b359-faaadca0774b" providerId="ADAL" clId="{FE460185-D4AE-4375-BA71-CD1D7F2341F0}" dt="2026-04-17T01:02:47.762" v="4481" actId="164"/>
          <ac:grpSpMkLst>
            <pc:docMk/>
            <pc:sldMk cId="3710197240" sldId="275"/>
            <ac:grpSpMk id="7" creationId="{31604140-0BE4-E83C-1948-7A6E95F7AEB4}"/>
          </ac:grpSpMkLst>
        </pc:grpChg>
      </pc:sldChg>
      <pc:sldChg chg="modSp new mod">
        <pc:chgData name="Tristan Plasse" userId="13c698b9-43c4-4271-b359-faaadca0774b" providerId="ADAL" clId="{FE460185-D4AE-4375-BA71-CD1D7F2341F0}" dt="2026-04-17T01:14:19.003" v="4704" actId="20577"/>
        <pc:sldMkLst>
          <pc:docMk/>
          <pc:sldMk cId="1164678962" sldId="276"/>
        </pc:sldMkLst>
        <pc:spChg chg="mod">
          <ac:chgData name="Tristan Plasse" userId="13c698b9-43c4-4271-b359-faaadca0774b" providerId="ADAL" clId="{FE460185-D4AE-4375-BA71-CD1D7F2341F0}" dt="2026-04-17T01:14:04.552" v="4699" actId="20577"/>
          <ac:spMkLst>
            <pc:docMk/>
            <pc:sldMk cId="1164678962" sldId="276"/>
            <ac:spMk id="2" creationId="{DE69A1AE-572E-D5B4-03BD-F325D0A3E202}"/>
          </ac:spMkLst>
        </pc:spChg>
        <pc:spChg chg="mod">
          <ac:chgData name="Tristan Plasse" userId="13c698b9-43c4-4271-b359-faaadca0774b" providerId="ADAL" clId="{FE460185-D4AE-4375-BA71-CD1D7F2341F0}" dt="2026-04-17T01:14:19.003" v="4704" actId="20577"/>
          <ac:spMkLst>
            <pc:docMk/>
            <pc:sldMk cId="1164678962" sldId="276"/>
            <ac:spMk id="3" creationId="{FC01AAB4-81AB-D42D-04AB-96781CB6AC94}"/>
          </ac:spMkLst>
        </pc:spChg>
      </pc:sldChg>
      <pc:sldChg chg="addSp delSp modSp new mod setBg">
        <pc:chgData name="Tristan Plasse" userId="13c698b9-43c4-4271-b359-faaadca0774b" providerId="ADAL" clId="{FE460185-D4AE-4375-BA71-CD1D7F2341F0}" dt="2026-04-17T01:25:57.368" v="4728" actId="21"/>
        <pc:sldMkLst>
          <pc:docMk/>
          <pc:sldMk cId="1439899674" sldId="277"/>
        </pc:sldMkLst>
        <pc:spChg chg="mod">
          <ac:chgData name="Tristan Plasse" userId="13c698b9-43c4-4271-b359-faaadca0774b" providerId="ADAL" clId="{FE460185-D4AE-4375-BA71-CD1D7F2341F0}" dt="2026-04-17T01:22:58.783" v="4718" actId="26606"/>
          <ac:spMkLst>
            <pc:docMk/>
            <pc:sldMk cId="1439899674" sldId="277"/>
            <ac:spMk id="2" creationId="{94F7A99C-0ACF-5557-9578-B80FE0D75B77}"/>
          </ac:spMkLst>
        </pc:spChg>
        <pc:spChg chg="del">
          <ac:chgData name="Tristan Plasse" userId="13c698b9-43c4-4271-b359-faaadca0774b" providerId="ADAL" clId="{FE460185-D4AE-4375-BA71-CD1D7F2341F0}" dt="2026-04-17T01:22:54.237" v="4716"/>
          <ac:spMkLst>
            <pc:docMk/>
            <pc:sldMk cId="1439899674" sldId="277"/>
            <ac:spMk id="3" creationId="{F279EAF3-2A2A-BB55-CBFF-6FE1F581B414}"/>
          </ac:spMkLst>
        </pc:spChg>
        <pc:spChg chg="add">
          <ac:chgData name="Tristan Plasse" userId="13c698b9-43c4-4271-b359-faaadca0774b" providerId="ADAL" clId="{FE460185-D4AE-4375-BA71-CD1D7F2341F0}" dt="2026-04-17T01:22:58.783" v="4718" actId="26606"/>
          <ac:spMkLst>
            <pc:docMk/>
            <pc:sldMk cId="1439899674" sldId="277"/>
            <ac:spMk id="14" creationId="{33E93247-6229-44AB-A550-739E971E690B}"/>
          </ac:spMkLst>
        </pc:spChg>
        <pc:picChg chg="add mod ord">
          <ac:chgData name="Tristan Plasse" userId="13c698b9-43c4-4271-b359-faaadca0774b" providerId="ADAL" clId="{FE460185-D4AE-4375-BA71-CD1D7F2341F0}" dt="2026-04-17T01:22:58.783" v="4718" actId="26606"/>
          <ac:picMkLst>
            <pc:docMk/>
            <pc:sldMk cId="1439899674" sldId="277"/>
            <ac:picMk id="5" creationId="{DEB15709-306B-BF61-202F-0B24322B33AC}"/>
          </ac:picMkLst>
        </pc:picChg>
        <pc:picChg chg="add del mod">
          <ac:chgData name="Tristan Plasse" userId="13c698b9-43c4-4271-b359-faaadca0774b" providerId="ADAL" clId="{FE460185-D4AE-4375-BA71-CD1D7F2341F0}" dt="2026-04-17T01:23:54.536" v="4721" actId="478"/>
          <ac:picMkLst>
            <pc:docMk/>
            <pc:sldMk cId="1439899674" sldId="277"/>
            <ac:picMk id="7" creationId="{93FC3CF0-AD0C-8D8A-5F13-561363CD0342}"/>
          </ac:picMkLst>
        </pc:picChg>
        <pc:picChg chg="add del mod">
          <ac:chgData name="Tristan Plasse" userId="13c698b9-43c4-4271-b359-faaadca0774b" providerId="ADAL" clId="{FE460185-D4AE-4375-BA71-CD1D7F2341F0}" dt="2026-04-17T01:25:57.368" v="4728" actId="21"/>
          <ac:picMkLst>
            <pc:docMk/>
            <pc:sldMk cId="1439899674" sldId="277"/>
            <ac:picMk id="9" creationId="{CE99E6EA-6C50-A9AF-63F6-B30BF2E36593}"/>
          </ac:picMkLst>
        </pc:picChg>
        <pc:cxnChg chg="add">
          <ac:chgData name="Tristan Plasse" userId="13c698b9-43c4-4271-b359-faaadca0774b" providerId="ADAL" clId="{FE460185-D4AE-4375-BA71-CD1D7F2341F0}" dt="2026-04-17T01:22:58.783" v="4718" actId="26606"/>
          <ac:cxnSpMkLst>
            <pc:docMk/>
            <pc:sldMk cId="1439899674" sldId="277"/>
            <ac:cxnSpMk id="10" creationId="{F64F9B95-9045-48D2-B9F3-2927E98F54AA}"/>
          </ac:cxnSpMkLst>
        </pc:cxnChg>
        <pc:cxnChg chg="add">
          <ac:chgData name="Tristan Plasse" userId="13c698b9-43c4-4271-b359-faaadca0774b" providerId="ADAL" clId="{FE460185-D4AE-4375-BA71-CD1D7F2341F0}" dt="2026-04-17T01:22:58.783" v="4718" actId="26606"/>
          <ac:cxnSpMkLst>
            <pc:docMk/>
            <pc:sldMk cId="1439899674" sldId="277"/>
            <ac:cxnSpMk id="12" creationId="{085AA86F-6A4D-4BCB-A045-D992CDC2959B}"/>
          </ac:cxnSpMkLst>
        </pc:cxnChg>
        <pc:cxnChg chg="add">
          <ac:chgData name="Tristan Plasse" userId="13c698b9-43c4-4271-b359-faaadca0774b" providerId="ADAL" clId="{FE460185-D4AE-4375-BA71-CD1D7F2341F0}" dt="2026-04-17T01:22:58.783" v="4718" actId="26606"/>
          <ac:cxnSpMkLst>
            <pc:docMk/>
            <pc:sldMk cId="1439899674" sldId="277"/>
            <ac:cxnSpMk id="16" creationId="{EE2E603F-4A95-4FE8-BB06-211DFD75DBEF}"/>
          </ac:cxnSpMkLst>
        </pc:cxnChg>
      </pc:sldChg>
      <pc:sldChg chg="addSp delSp modSp new mod">
        <pc:chgData name="Tristan Plasse" userId="13c698b9-43c4-4271-b359-faaadca0774b" providerId="ADAL" clId="{FE460185-D4AE-4375-BA71-CD1D7F2341F0}" dt="2026-04-17T01:26:19.250" v="4736" actId="1076"/>
        <pc:sldMkLst>
          <pc:docMk/>
          <pc:sldMk cId="2449617363" sldId="278"/>
        </pc:sldMkLst>
        <pc:spChg chg="del">
          <ac:chgData name="Tristan Plasse" userId="13c698b9-43c4-4271-b359-faaadca0774b" providerId="ADAL" clId="{FE460185-D4AE-4375-BA71-CD1D7F2341F0}" dt="2026-04-17T01:26:13.185" v="4734" actId="478"/>
          <ac:spMkLst>
            <pc:docMk/>
            <pc:sldMk cId="2449617363" sldId="278"/>
            <ac:spMk id="2" creationId="{E764F047-4C87-EFC0-5081-C3EBD8EDEF6C}"/>
          </ac:spMkLst>
        </pc:spChg>
        <pc:spChg chg="del">
          <ac:chgData name="Tristan Plasse" userId="13c698b9-43c4-4271-b359-faaadca0774b" providerId="ADAL" clId="{FE460185-D4AE-4375-BA71-CD1D7F2341F0}" dt="2026-04-17T01:25:53.221" v="4727"/>
          <ac:spMkLst>
            <pc:docMk/>
            <pc:sldMk cId="2449617363" sldId="278"/>
            <ac:spMk id="3" creationId="{D7FB8DB0-7535-272B-41AF-7265B7F3A2D1}"/>
          </ac:spMkLst>
        </pc:spChg>
        <pc:picChg chg="add mod ord">
          <ac:chgData name="Tristan Plasse" userId="13c698b9-43c4-4271-b359-faaadca0774b" providerId="ADAL" clId="{FE460185-D4AE-4375-BA71-CD1D7F2341F0}" dt="2026-04-17T01:26:19.250" v="4736" actId="1076"/>
          <ac:picMkLst>
            <pc:docMk/>
            <pc:sldMk cId="2449617363" sldId="278"/>
            <ac:picMk id="5" creationId="{2894EE87-C10F-C2AC-44DB-1A002CE45605}"/>
          </ac:picMkLst>
        </pc:picChg>
      </pc:sldChg>
      <pc:sldChg chg="addSp delSp modSp new mod">
        <pc:chgData name="Tristan Plasse" userId="13c698b9-43c4-4271-b359-faaadca0774b" providerId="ADAL" clId="{FE460185-D4AE-4375-BA71-CD1D7F2341F0}" dt="2026-04-17T01:26:07.372" v="4733" actId="1076"/>
        <pc:sldMkLst>
          <pc:docMk/>
          <pc:sldMk cId="422633496" sldId="279"/>
        </pc:sldMkLst>
        <pc:spChg chg="del">
          <ac:chgData name="Tristan Plasse" userId="13c698b9-43c4-4271-b359-faaadca0774b" providerId="ADAL" clId="{FE460185-D4AE-4375-BA71-CD1D7F2341F0}" dt="2026-04-17T01:26:03.213" v="4730" actId="478"/>
          <ac:spMkLst>
            <pc:docMk/>
            <pc:sldMk cId="422633496" sldId="279"/>
            <ac:spMk id="2" creationId="{2FA227F2-D8A4-A7C2-5991-3DCDFD82DBCF}"/>
          </ac:spMkLst>
        </pc:spChg>
        <pc:spChg chg="del">
          <ac:chgData name="Tristan Plasse" userId="13c698b9-43c4-4271-b359-faaadca0774b" providerId="ADAL" clId="{FE460185-D4AE-4375-BA71-CD1D7F2341F0}" dt="2026-04-17T01:26:05.148" v="4731" actId="478"/>
          <ac:spMkLst>
            <pc:docMk/>
            <pc:sldMk cId="422633496" sldId="279"/>
            <ac:spMk id="3" creationId="{13AA5119-EF1F-9E55-8D24-F3DA2F70A6BD}"/>
          </ac:spMkLst>
        </pc:spChg>
        <pc:picChg chg="add mod">
          <ac:chgData name="Tristan Plasse" userId="13c698b9-43c4-4271-b359-faaadca0774b" providerId="ADAL" clId="{FE460185-D4AE-4375-BA71-CD1D7F2341F0}" dt="2026-04-17T01:26:07.372" v="4733" actId="1076"/>
          <ac:picMkLst>
            <pc:docMk/>
            <pc:sldMk cId="422633496" sldId="279"/>
            <ac:picMk id="9" creationId="{CE99E6EA-6C50-A9AF-63F6-B30BF2E36593}"/>
          </ac:picMkLst>
        </pc:picChg>
      </pc:sldChg>
      <pc:sldChg chg="modSp new mod">
        <pc:chgData name="Tristan Plasse" userId="13c698b9-43c4-4271-b359-faaadca0774b" providerId="ADAL" clId="{FE460185-D4AE-4375-BA71-CD1D7F2341F0}" dt="2026-04-17T01:26:26.896" v="4747" actId="20577"/>
        <pc:sldMkLst>
          <pc:docMk/>
          <pc:sldMk cId="901628721" sldId="280"/>
        </pc:sldMkLst>
        <pc:spChg chg="mod">
          <ac:chgData name="Tristan Plasse" userId="13c698b9-43c4-4271-b359-faaadca0774b" providerId="ADAL" clId="{FE460185-D4AE-4375-BA71-CD1D7F2341F0}" dt="2026-04-17T01:26:26.896" v="4747" actId="20577"/>
          <ac:spMkLst>
            <pc:docMk/>
            <pc:sldMk cId="901628721" sldId="280"/>
            <ac:spMk id="2" creationId="{AFD15BD0-D23D-BCDB-DC4F-EC9E34FD8E77}"/>
          </ac:spMkLst>
        </pc:spChg>
      </pc:sldChg>
      <pc:sldChg chg="addSp modSp new mod setBg">
        <pc:chgData name="Tristan Plasse" userId="13c698b9-43c4-4271-b359-faaadca0774b" providerId="ADAL" clId="{FE460185-D4AE-4375-BA71-CD1D7F2341F0}" dt="2026-04-17T01:29:55.712" v="5038" actId="14100"/>
        <pc:sldMkLst>
          <pc:docMk/>
          <pc:sldMk cId="1209728823" sldId="281"/>
        </pc:sldMkLst>
        <pc:spChg chg="mod">
          <ac:chgData name="Tristan Plasse" userId="13c698b9-43c4-4271-b359-faaadca0774b" providerId="ADAL" clId="{FE460185-D4AE-4375-BA71-CD1D7F2341F0}" dt="2026-04-17T01:29:12.692" v="5030" actId="26606"/>
          <ac:spMkLst>
            <pc:docMk/>
            <pc:sldMk cId="1209728823" sldId="281"/>
            <ac:spMk id="2" creationId="{A89A0B66-12A9-A560-B2C3-D5DE68D00757}"/>
          </ac:spMkLst>
        </pc:spChg>
        <pc:spChg chg="mod ord">
          <ac:chgData name="Tristan Plasse" userId="13c698b9-43c4-4271-b359-faaadca0774b" providerId="ADAL" clId="{FE460185-D4AE-4375-BA71-CD1D7F2341F0}" dt="2026-04-17T01:29:12.692" v="5030" actId="26606"/>
          <ac:spMkLst>
            <pc:docMk/>
            <pc:sldMk cId="1209728823" sldId="281"/>
            <ac:spMk id="3" creationId="{D5F08C3C-2B07-D167-483B-592FFD9479FB}"/>
          </ac:spMkLst>
        </pc:spChg>
        <pc:spChg chg="add mod">
          <ac:chgData name="Tristan Plasse" userId="13c698b9-43c4-4271-b359-faaadca0774b" providerId="ADAL" clId="{FE460185-D4AE-4375-BA71-CD1D7F2341F0}" dt="2026-04-17T01:29:55.712" v="5038" actId="14100"/>
          <ac:spMkLst>
            <pc:docMk/>
            <pc:sldMk cId="1209728823" sldId="281"/>
            <ac:spMk id="4" creationId="{4908DAB4-9378-641C-7822-F8FFCB3F9F8A}"/>
          </ac:spMkLst>
        </pc:spChg>
        <pc:spChg chg="add">
          <ac:chgData name="Tristan Plasse" userId="13c698b9-43c4-4271-b359-faaadca0774b" providerId="ADAL" clId="{FE460185-D4AE-4375-BA71-CD1D7F2341F0}" dt="2026-04-17T01:29:12.692" v="5030" actId="26606"/>
          <ac:spMkLst>
            <pc:docMk/>
            <pc:sldMk cId="1209728823" sldId="281"/>
            <ac:spMk id="2055" creationId="{E49D7415-2F11-44C2-B6AA-13A25B6814B9}"/>
          </ac:spMkLst>
        </pc:spChg>
        <pc:picChg chg="add mod">
          <ac:chgData name="Tristan Plasse" userId="13c698b9-43c4-4271-b359-faaadca0774b" providerId="ADAL" clId="{FE460185-D4AE-4375-BA71-CD1D7F2341F0}" dt="2026-04-17T01:29:21.933" v="5031" actId="18131"/>
          <ac:picMkLst>
            <pc:docMk/>
            <pc:sldMk cId="1209728823" sldId="281"/>
            <ac:picMk id="2050" creationId="{6E929EB8-0E77-8D30-C757-71AEE670B488}"/>
          </ac:picMkLst>
        </pc:picChg>
        <pc:cxnChg chg="add">
          <ac:chgData name="Tristan Plasse" userId="13c698b9-43c4-4271-b359-faaadca0774b" providerId="ADAL" clId="{FE460185-D4AE-4375-BA71-CD1D7F2341F0}" dt="2026-04-17T01:29:12.692" v="5030" actId="26606"/>
          <ac:cxnSpMkLst>
            <pc:docMk/>
            <pc:sldMk cId="1209728823" sldId="281"/>
            <ac:cxnSpMk id="2057" creationId="{8E0104E4-99BC-494F-8342-F250828E574F}"/>
          </ac:cxnSpMkLst>
        </pc:cxnChg>
      </pc:sldChg>
      <pc:sldChg chg="addSp delSp modSp new mod setBg setClrOvrMap">
        <pc:chgData name="Tristan Plasse" userId="13c698b9-43c4-4271-b359-faaadca0774b" providerId="ADAL" clId="{FE460185-D4AE-4375-BA71-CD1D7F2341F0}" dt="2026-04-17T01:31:13.276" v="5059" actId="1076"/>
        <pc:sldMkLst>
          <pc:docMk/>
          <pc:sldMk cId="784584029" sldId="282"/>
        </pc:sldMkLst>
        <pc:spChg chg="mod ord">
          <ac:chgData name="Tristan Plasse" userId="13c698b9-43c4-4271-b359-faaadca0774b" providerId="ADAL" clId="{FE460185-D4AE-4375-BA71-CD1D7F2341F0}" dt="2026-04-17T01:30:36.101" v="5052" actId="26606"/>
          <ac:spMkLst>
            <pc:docMk/>
            <pc:sldMk cId="784584029" sldId="282"/>
            <ac:spMk id="2" creationId="{D1DA8DF0-027D-CBFA-F9E4-EA0F931579EF}"/>
          </ac:spMkLst>
        </pc:spChg>
        <pc:spChg chg="del">
          <ac:chgData name="Tristan Plasse" userId="13c698b9-43c4-4271-b359-faaadca0774b" providerId="ADAL" clId="{FE460185-D4AE-4375-BA71-CD1D7F2341F0}" dt="2026-04-17T01:30:12.348" v="5047" actId="478"/>
          <ac:spMkLst>
            <pc:docMk/>
            <pc:sldMk cId="784584029" sldId="282"/>
            <ac:spMk id="3" creationId="{275D4D4A-9F9A-E165-9931-AE7EC6F9609B}"/>
          </ac:spMkLst>
        </pc:spChg>
        <pc:spChg chg="add mod">
          <ac:chgData name="Tristan Plasse" userId="13c698b9-43c4-4271-b359-faaadca0774b" providerId="ADAL" clId="{FE460185-D4AE-4375-BA71-CD1D7F2341F0}" dt="2026-04-17T01:31:13.276" v="5059" actId="1076"/>
          <ac:spMkLst>
            <pc:docMk/>
            <pc:sldMk cId="784584029" sldId="282"/>
            <ac:spMk id="4" creationId="{80693467-78F2-1B86-B867-3754098C5644}"/>
          </ac:spMkLst>
        </pc:spChg>
        <pc:spChg chg="add">
          <ac:chgData name="Tristan Plasse" userId="13c698b9-43c4-4271-b359-faaadca0774b" providerId="ADAL" clId="{FE460185-D4AE-4375-BA71-CD1D7F2341F0}" dt="2026-04-17T01:30:36.101" v="5052" actId="26606"/>
          <ac:spMkLst>
            <pc:docMk/>
            <pc:sldMk cId="784584029" sldId="282"/>
            <ac:spMk id="3083" creationId="{33E93247-6229-44AB-A550-739E971E690B}"/>
          </ac:spMkLst>
        </pc:spChg>
        <pc:spChg chg="add">
          <ac:chgData name="Tristan Plasse" userId="13c698b9-43c4-4271-b359-faaadca0774b" providerId="ADAL" clId="{FE460185-D4AE-4375-BA71-CD1D7F2341F0}" dt="2026-04-17T01:30:36.101" v="5052" actId="26606"/>
          <ac:spMkLst>
            <pc:docMk/>
            <pc:sldMk cId="784584029" sldId="282"/>
            <ac:spMk id="3085" creationId="{6BB6B482-ACCA-4938-8AEA-49D525C17221}"/>
          </ac:spMkLst>
        </pc:spChg>
        <pc:picChg chg="add mod">
          <ac:chgData name="Tristan Plasse" userId="13c698b9-43c4-4271-b359-faaadca0774b" providerId="ADAL" clId="{FE460185-D4AE-4375-BA71-CD1D7F2341F0}" dt="2026-04-17T01:30:42.128" v="5053" actId="18131"/>
          <ac:picMkLst>
            <pc:docMk/>
            <pc:sldMk cId="784584029" sldId="282"/>
            <ac:picMk id="3074" creationId="{4C00A1DA-6ED6-C7B3-FAC3-90C08EBD5B83}"/>
          </ac:picMkLst>
        </pc:picChg>
        <pc:cxnChg chg="add">
          <ac:chgData name="Tristan Plasse" userId="13c698b9-43c4-4271-b359-faaadca0774b" providerId="ADAL" clId="{FE460185-D4AE-4375-BA71-CD1D7F2341F0}" dt="2026-04-17T01:30:36.101" v="5052" actId="26606"/>
          <ac:cxnSpMkLst>
            <pc:docMk/>
            <pc:sldMk cId="784584029" sldId="282"/>
            <ac:cxnSpMk id="3079" creationId="{F64F9B95-9045-48D2-B9F3-2927E98F54AA}"/>
          </ac:cxnSpMkLst>
        </pc:cxnChg>
        <pc:cxnChg chg="add">
          <ac:chgData name="Tristan Plasse" userId="13c698b9-43c4-4271-b359-faaadca0774b" providerId="ADAL" clId="{FE460185-D4AE-4375-BA71-CD1D7F2341F0}" dt="2026-04-17T01:30:36.101" v="5052" actId="26606"/>
          <ac:cxnSpMkLst>
            <pc:docMk/>
            <pc:sldMk cId="784584029" sldId="282"/>
            <ac:cxnSpMk id="3081" creationId="{085AA86F-6A4D-4BCB-A045-D992CDC2959B}"/>
          </ac:cxnSpMkLst>
        </pc:cxnChg>
        <pc:cxnChg chg="add">
          <ac:chgData name="Tristan Plasse" userId="13c698b9-43c4-4271-b359-faaadca0774b" providerId="ADAL" clId="{FE460185-D4AE-4375-BA71-CD1D7F2341F0}" dt="2026-04-17T01:30:36.101" v="5052" actId="26606"/>
          <ac:cxnSpMkLst>
            <pc:docMk/>
            <pc:sldMk cId="784584029" sldId="282"/>
            <ac:cxnSpMk id="3087" creationId="{EE2E603F-4A95-4FE8-BB06-211DFD75DBEF}"/>
          </ac:cxnSpMkLst>
        </pc:cxnChg>
      </pc:sld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2026-04-16</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Ex. les individus stockés pourrait ne pas connaître le lieu de fraie</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14</a:t>
            </a:fld>
            <a:endParaRPr lang="fr-CA"/>
          </a:p>
        </p:txBody>
      </p:sp>
    </p:spTree>
    <p:extLst>
      <p:ext uri="{BB962C8B-B14F-4D97-AF65-F5344CB8AC3E}">
        <p14:creationId xmlns:p14="http://schemas.microsoft.com/office/powerpoint/2010/main" val="13221090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4/16/2026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4/16/2026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4/16/2026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4/16/2026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4/16/2026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4/16/2026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4/16/2026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4/16/2026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4/16/2026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4/16/2026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4/16/2026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4/16/2026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dirty="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dirty="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dirty="0"/>
              <a:t>Figure 1 : Distribution courante et historique du chevalier cuivré (</a:t>
            </a:r>
            <a:r>
              <a:rPr lang="fr-CA" sz="1200" i="1" dirty="0" err="1"/>
              <a:t>Moxostoma</a:t>
            </a:r>
            <a:r>
              <a:rPr lang="fr-CA" sz="1200" i="1" dirty="0"/>
              <a:t> </a:t>
            </a:r>
            <a:r>
              <a:rPr lang="fr-CA" sz="1200" i="1" dirty="0" err="1"/>
              <a:t>hubbsi</a:t>
            </a:r>
            <a:r>
              <a:rPr lang="fr-CA" sz="1200" dirty="0"/>
              <a:t>) au Québec, Canada ; tiré de </a:t>
            </a:r>
            <a:r>
              <a:rPr lang="fr-CA" sz="1200" dirty="0" err="1"/>
              <a:t>Bannester</a:t>
            </a:r>
            <a:r>
              <a:rPr lang="fr-CA" sz="1200" dirty="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dirty="0"/>
              <a:t>Traits d’histoire de vie</a:t>
            </a:r>
          </a:p>
        </p:txBody>
      </p:sp>
      <p:sp>
        <p:nvSpPr>
          <p:cNvPr id="3" name="Espace réservé du contenu 2">
            <a:extLst>
              <a:ext uri="{FF2B5EF4-FFF2-40B4-BE49-F238E27FC236}">
                <a16:creationId xmlns:a16="http://schemas.microsoft.com/office/drawing/2014/main" id="{08F967FB-148E-F4FA-95FA-17BCCB19C653}"/>
              </a:ext>
            </a:extLst>
          </p:cNvPr>
          <p:cNvSpPr>
            <a:spLocks noGrp="1"/>
          </p:cNvSpPr>
          <p:nvPr>
            <p:ph idx="1"/>
          </p:nvPr>
        </p:nvSpPr>
        <p:spPr/>
        <p:txBody>
          <a:bodyPr/>
          <a:lstStyle/>
          <a:p>
            <a:pPr>
              <a:lnSpc>
                <a:spcPct val="200000"/>
              </a:lnSpc>
            </a:pPr>
            <a:r>
              <a:rPr lang="fr-CA" dirty="0"/>
              <a:t>Maturité sexuelle à 10 ans</a:t>
            </a:r>
          </a:p>
          <a:p>
            <a:pPr>
              <a:lnSpc>
                <a:spcPct val="200000"/>
              </a:lnSpc>
            </a:pPr>
            <a:r>
              <a:rPr lang="fr-CA" dirty="0"/>
              <a:t>Espérance de vie &gt;30 ans</a:t>
            </a:r>
          </a:p>
          <a:p>
            <a:pPr>
              <a:lnSpc>
                <a:spcPct val="200000"/>
              </a:lnSpc>
            </a:pPr>
            <a:r>
              <a:rPr lang="fr-CA" dirty="0"/>
              <a:t>Produit plus d’œufs par kg de tous chevaliers</a:t>
            </a:r>
          </a:p>
          <a:p>
            <a:pPr>
              <a:lnSpc>
                <a:spcPct val="200000"/>
              </a:lnSpc>
            </a:pPr>
            <a:r>
              <a:rPr lang="fr-CA" dirty="0"/>
              <a:t>2 sites de fraie connus</a:t>
            </a:r>
          </a:p>
        </p:txBody>
      </p:sp>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dirty="0"/>
              <a:t>(</a:t>
            </a:r>
            <a:r>
              <a:rPr lang="fr-CA" sz="1200" dirty="0" err="1"/>
              <a:t>Mongeau</a:t>
            </a:r>
            <a:r>
              <a:rPr lang="fr-CA" sz="1200" dirty="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dirty="0"/>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endParaRPr lang="fr-CA" dirty="0"/>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dirty="0"/>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dirty="0"/>
              <a:t>Fragmentation de l’habitat</a:t>
            </a:r>
          </a:p>
          <a:p>
            <a:pPr>
              <a:lnSpc>
                <a:spcPct val="200000"/>
              </a:lnSpc>
            </a:pPr>
            <a:r>
              <a:rPr lang="fr-CA" dirty="0"/>
              <a:t>Pollution</a:t>
            </a:r>
          </a:p>
          <a:p>
            <a:pPr>
              <a:lnSpc>
                <a:spcPct val="200000"/>
              </a:lnSpc>
            </a:pPr>
            <a:r>
              <a:rPr lang="fr-CA" dirty="0"/>
              <a:t>Espèces envahissantes (Tanche et Gobie à taches noires) </a:t>
            </a:r>
          </a:p>
          <a:p>
            <a:pPr>
              <a:lnSpc>
                <a:spcPct val="200000"/>
              </a:lnSpc>
            </a:pPr>
            <a:r>
              <a:rPr lang="fr-CA" dirty="0"/>
              <a:t>Changements climatiques</a:t>
            </a:r>
          </a:p>
          <a:p>
            <a:pPr>
              <a:lnSpc>
                <a:spcPct val="200000"/>
              </a:lnSpc>
            </a:pPr>
            <a:endParaRPr lang="fr-CA" dirty="0"/>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dirty="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dirty="0"/>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dirty="0"/>
              <a:t>Passe à poisson au Canal Saint-Ours</a:t>
            </a:r>
          </a:p>
          <a:p>
            <a:pPr>
              <a:lnSpc>
                <a:spcPct val="200000"/>
              </a:lnSpc>
            </a:pPr>
            <a:r>
              <a:rPr lang="fr-CA" dirty="0"/>
              <a:t>Protection du site de fraie de Chambly</a:t>
            </a:r>
          </a:p>
          <a:p>
            <a:pPr>
              <a:lnSpc>
                <a:spcPct val="200000"/>
              </a:lnSpc>
            </a:pPr>
            <a:r>
              <a:rPr lang="fr-CA" dirty="0"/>
              <a:t>Changement à la loi sur la pêche</a:t>
            </a:r>
          </a:p>
          <a:p>
            <a:pPr>
              <a:lnSpc>
                <a:spcPct val="200000"/>
              </a:lnSpc>
            </a:pPr>
            <a:r>
              <a:rPr lang="fr-CA" dirty="0"/>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dirty="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dirty="0"/>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dirty="0"/>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dirty="0"/>
              <a:t>Adultes : Étude avec tailles et fécondités (</a:t>
            </a:r>
            <a:r>
              <a:rPr lang="fr-CA" dirty="0" err="1"/>
              <a:t>Mongeau</a:t>
            </a:r>
            <a:r>
              <a:rPr lang="fr-CA" dirty="0"/>
              <a:t> et al., 1986 ; </a:t>
            </a:r>
            <a:r>
              <a:rPr lang="fr-CA" dirty="0" err="1"/>
              <a:t>Mongeau</a:t>
            </a:r>
            <a:r>
              <a:rPr lang="fr-CA" dirty="0"/>
              <a:t> et al., 1992)</a:t>
            </a:r>
          </a:p>
          <a:p>
            <a:r>
              <a:rPr lang="fr-CA" dirty="0"/>
              <a:t>Subadultes : Proviennent des chevaliers élevés en captivité (Vachon 2020, 2021b,c)</a:t>
            </a:r>
          </a:p>
          <a:p>
            <a:pPr lvl="1"/>
            <a:endParaRPr lang="fr-CA" dirty="0"/>
          </a:p>
          <a:p>
            <a:pPr lvl="1"/>
            <a:endParaRPr lang="fr-CA" dirty="0"/>
          </a:p>
          <a:p>
            <a:r>
              <a:rPr lang="fr-CA" dirty="0"/>
              <a:t>Résultat : 3 Matrice de Leslie</a:t>
            </a:r>
          </a:p>
          <a:p>
            <a:pPr lvl="1"/>
            <a:r>
              <a:rPr lang="fr-CA" dirty="0"/>
              <a:t>Mesurée (</a:t>
            </a:r>
            <a:r>
              <a:rPr lang="el-GR" dirty="0"/>
              <a:t>λ </a:t>
            </a:r>
            <a:r>
              <a:rPr lang="fr-CA" dirty="0"/>
              <a:t>= 0.957)</a:t>
            </a:r>
          </a:p>
          <a:p>
            <a:pPr lvl="1"/>
            <a:r>
              <a:rPr lang="fr-CA" dirty="0"/>
              <a:t>Menacée (</a:t>
            </a:r>
            <a:r>
              <a:rPr lang="el-GR" dirty="0"/>
              <a:t>λ </a:t>
            </a:r>
            <a:r>
              <a:rPr lang="fr-CA" dirty="0"/>
              <a:t>= 0.984)</a:t>
            </a:r>
          </a:p>
          <a:p>
            <a:pPr lvl="1"/>
            <a:r>
              <a:rPr lang="fr-CA" dirty="0"/>
              <a:t>Nulle (</a:t>
            </a:r>
            <a:r>
              <a:rPr lang="el-GR" dirty="0"/>
              <a:t>λ </a:t>
            </a:r>
            <a:r>
              <a:rPr lang="fr-CA" dirty="0"/>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dirty="0"/>
              <a:t>Tableau 1 : Valeurs de la matrice de Leslie mesurées. Tiré de </a:t>
            </a:r>
            <a:r>
              <a:rPr lang="fr-CA" sz="1200" dirty="0" err="1"/>
              <a:t>Bannester</a:t>
            </a:r>
            <a:r>
              <a:rPr lang="fr-CA" sz="1200" dirty="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9" name="Rectangle 18">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3A5A10E-A61E-2445-131F-98F4232F9171}"/>
              </a:ext>
            </a:extLst>
          </p:cNvPr>
          <p:cNvSpPr>
            <a:spLocks noGrp="1"/>
          </p:cNvSpPr>
          <p:nvPr>
            <p:ph type="title"/>
          </p:nvPr>
        </p:nvSpPr>
        <p:spPr>
          <a:xfrm>
            <a:off x="695326" y="4742029"/>
            <a:ext cx="10765912" cy="925950"/>
          </a:xfrm>
        </p:spPr>
        <p:txBody>
          <a:bodyPr vert="horz" lIns="91440" tIns="45720" rIns="91440" bIns="45720" rtlCol="0" anchor="t">
            <a:normAutofit/>
          </a:bodyPr>
          <a:lstStyle/>
          <a:p>
            <a:r>
              <a:rPr lang="en-US" sz="5400"/>
              <a:t>Modèle</a:t>
            </a:r>
          </a:p>
        </p:txBody>
      </p:sp>
      <p:pic>
        <p:nvPicPr>
          <p:cNvPr id="10" name="Image 9">
            <a:extLst>
              <a:ext uri="{FF2B5EF4-FFF2-40B4-BE49-F238E27FC236}">
                <a16:creationId xmlns:a16="http://schemas.microsoft.com/office/drawing/2014/main" id="{9D9C65FB-6DB1-A9D5-4232-01BDE010BE4E}"/>
              </a:ext>
            </a:extLst>
          </p:cNvPr>
          <p:cNvPicPr>
            <a:picLocks noChangeAspect="1"/>
          </p:cNvPicPr>
          <p:nvPr/>
        </p:nvPicPr>
        <p:blipFill>
          <a:blip r:embed="rId2"/>
          <a:stretch>
            <a:fillRect/>
          </a:stretch>
        </p:blipFill>
        <p:spPr>
          <a:xfrm>
            <a:off x="800100" y="1137511"/>
            <a:ext cx="5134573" cy="3170598"/>
          </a:xfrm>
          <a:prstGeom prst="rect">
            <a:avLst/>
          </a:prstGeom>
        </p:spPr>
      </p:pic>
      <p:pic>
        <p:nvPicPr>
          <p:cNvPr id="7" name="Image 6">
            <a:extLst>
              <a:ext uri="{FF2B5EF4-FFF2-40B4-BE49-F238E27FC236}">
                <a16:creationId xmlns:a16="http://schemas.microsoft.com/office/drawing/2014/main" id="{A7047DCF-1E5A-A37A-7B89-E425EBDB3458}"/>
              </a:ext>
            </a:extLst>
          </p:cNvPr>
          <p:cNvPicPr>
            <a:picLocks noChangeAspect="1"/>
          </p:cNvPicPr>
          <p:nvPr/>
        </p:nvPicPr>
        <p:blipFill>
          <a:blip r:embed="rId3"/>
          <a:stretch>
            <a:fillRect/>
          </a:stretch>
        </p:blipFill>
        <p:spPr>
          <a:xfrm>
            <a:off x="6272812" y="1147073"/>
            <a:ext cx="5119088" cy="3161036"/>
          </a:xfrm>
          <a:prstGeom prst="rect">
            <a:avLst/>
          </a:prstGeom>
        </p:spPr>
      </p:pic>
      <p:cxnSp>
        <p:nvCxnSpPr>
          <p:cNvPr id="21" name="Straight Connector 20">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359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dirty="0"/>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dirty="0"/>
              <a:t>Figure 2 : À gauche, résultats de l’étude de </a:t>
            </a:r>
            <a:r>
              <a:rPr lang="fr-CA" sz="1600" noProof="0" dirty="0" err="1"/>
              <a:t>Bannester</a:t>
            </a:r>
            <a:r>
              <a:rPr lang="fr-CA" sz="1600" noProof="0" dirty="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3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852863"/>
            <a:ext cx="9601200" cy="1077218"/>
          </a:xfrm>
          <a:prstGeom prst="rect">
            <a:avLst/>
          </a:prstGeom>
          <a:noFill/>
        </p:spPr>
        <p:txBody>
          <a:bodyPr wrap="square" rtlCol="0">
            <a:spAutoFit/>
          </a:bodyPr>
          <a:lstStyle/>
          <a:p>
            <a:pPr algn="just"/>
            <a:r>
              <a:rPr lang="fr-CA" sz="1600" noProof="0" dirty="0"/>
              <a:t>Figure 4 : À gauche, résultats de l’étude de </a:t>
            </a:r>
            <a:r>
              <a:rPr lang="fr-CA" sz="1600" noProof="0" dirty="0" err="1"/>
              <a:t>Bannester</a:t>
            </a:r>
            <a:r>
              <a:rPr lang="fr-CA" sz="1600" noProof="0" dirty="0"/>
              <a:t>-Marchand et al. (2025), à droite, résultats de notre analyse. Est représenté :</a:t>
            </a:r>
            <a:r>
              <a:rPr lang="fr-CA" sz="1600" dirty="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pic>
        <p:nvPicPr>
          <p:cNvPr id="6" name="Image 5">
            <a:extLst>
              <a:ext uri="{FF2B5EF4-FFF2-40B4-BE49-F238E27FC236}">
                <a16:creationId xmlns:a16="http://schemas.microsoft.com/office/drawing/2014/main" id="{57A977B4-F0B7-1A94-5F50-6DB61D43BE7B}"/>
              </a:ext>
            </a:extLst>
          </p:cNvPr>
          <p:cNvPicPr>
            <a:picLocks noChangeAspect="1"/>
          </p:cNvPicPr>
          <p:nvPr/>
        </p:nvPicPr>
        <p:blipFill>
          <a:blip r:embed="rId2"/>
          <a:stretch>
            <a:fillRect/>
          </a:stretch>
        </p:blipFill>
        <p:spPr>
          <a:xfrm>
            <a:off x="1133475" y="1149359"/>
            <a:ext cx="4962525" cy="3417648"/>
          </a:xfrm>
          <a:prstGeom prst="rect">
            <a:avLst/>
          </a:prstGeom>
        </p:spPr>
      </p:pic>
      <p:pic>
        <p:nvPicPr>
          <p:cNvPr id="10" name="Image 9">
            <a:extLst>
              <a:ext uri="{FF2B5EF4-FFF2-40B4-BE49-F238E27FC236}">
                <a16:creationId xmlns:a16="http://schemas.microsoft.com/office/drawing/2014/main" id="{8F3BD6FE-B164-B9F2-09BB-32BB144C5117}"/>
              </a:ext>
            </a:extLst>
          </p:cNvPr>
          <p:cNvPicPr>
            <a:picLocks noChangeAspect="1"/>
          </p:cNvPicPr>
          <p:nvPr/>
        </p:nvPicPr>
        <p:blipFill>
          <a:blip r:embed="rId3">
            <a:extLst>
              <a:ext uri="{28A0092B-C50C-407E-A947-70E740481C1C}">
                <a14:useLocalDpi xmlns:a14="http://schemas.microsoft.com/office/drawing/2010/main" val="0"/>
              </a:ext>
            </a:extLst>
          </a:blip>
          <a:srcRect t="7092"/>
          <a:stretch>
            <a:fillRect/>
          </a:stretch>
        </p:blipFill>
        <p:spPr>
          <a:xfrm>
            <a:off x="6096000" y="927919"/>
            <a:ext cx="5222494" cy="3639088"/>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r>
              <a:rPr lang="fr-CA" dirty="0"/>
              <a:t>Discussion</a:t>
            </a:r>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a:lstStyle/>
          <a:p>
            <a:pPr>
              <a:lnSpc>
                <a:spcPct val="200000"/>
              </a:lnSpc>
            </a:pPr>
            <a:r>
              <a:rPr lang="fr-CA" dirty="0"/>
              <a:t>Augmenté ensemencement niveau proposé par Bernatchez (2004) = effet négligeable</a:t>
            </a:r>
          </a:p>
          <a:p>
            <a:pPr>
              <a:lnSpc>
                <a:spcPct val="200000"/>
              </a:lnSpc>
            </a:pPr>
            <a:r>
              <a:rPr lang="fr-CA" dirty="0"/>
              <a:t>Recommandation à mettre en place : ensemencement d’individus plus âgés (en plus)</a:t>
            </a:r>
          </a:p>
          <a:p>
            <a:pPr>
              <a:lnSpc>
                <a:spcPct val="200000"/>
              </a:lnSpc>
            </a:pPr>
            <a:r>
              <a:rPr lang="fr-CA" dirty="0"/>
              <a:t>Ensemencement d’âge 10 = théoriquement le mieux, mais…</a:t>
            </a:r>
            <a:br>
              <a:rPr lang="fr-CA" dirty="0"/>
            </a:br>
            <a:r>
              <a:rPr lang="fr-CA" dirty="0"/>
              <a:t> possibilité de phénotype ou comportements mal adaptés (Roberts et al., 2011)</a:t>
            </a:r>
          </a:p>
          <a:p>
            <a:pPr>
              <a:lnSpc>
                <a:spcPct val="200000"/>
              </a:lnSpc>
            </a:pPr>
            <a:endParaRPr lang="fr-CA" dirty="0"/>
          </a:p>
        </p:txBody>
      </p:sp>
    </p:spTree>
    <p:extLst>
      <p:ext uri="{BB962C8B-B14F-4D97-AF65-F5344CB8AC3E}">
        <p14:creationId xmlns:p14="http://schemas.microsoft.com/office/powerpoint/2010/main" val="400772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94E064B-C271-D942-847D-C57AA49309EB}"/>
              </a:ext>
            </a:extLst>
          </p:cNvPr>
          <p:cNvSpPr>
            <a:spLocks noGrp="1"/>
          </p:cNvSpPr>
          <p:nvPr>
            <p:ph type="title"/>
          </p:nvPr>
        </p:nvSpPr>
        <p:spPr>
          <a:xfrm>
            <a:off x="704087" y="559063"/>
            <a:ext cx="3306747" cy="5256025"/>
          </a:xfrm>
        </p:spPr>
        <p:txBody>
          <a:bodyPr>
            <a:normAutofit/>
          </a:bodyPr>
          <a:lstStyle/>
          <a:p>
            <a:r>
              <a:rPr lang="fr-CA" sz="3600"/>
              <a:t>Impact sur la conservation</a:t>
            </a:r>
          </a:p>
        </p:txBody>
      </p:sp>
      <p:sp>
        <p:nvSpPr>
          <p:cNvPr id="3" name="Espace réservé du contenu 2">
            <a:extLst>
              <a:ext uri="{FF2B5EF4-FFF2-40B4-BE49-F238E27FC236}">
                <a16:creationId xmlns:a16="http://schemas.microsoft.com/office/drawing/2014/main" id="{985811B9-89CF-1E2E-CD4B-69C7E3D221C2}"/>
              </a:ext>
            </a:extLst>
          </p:cNvPr>
          <p:cNvSpPr>
            <a:spLocks noGrp="1"/>
          </p:cNvSpPr>
          <p:nvPr>
            <p:ph idx="1"/>
          </p:nvPr>
        </p:nvSpPr>
        <p:spPr>
          <a:xfrm>
            <a:off x="4643022" y="622249"/>
            <a:ext cx="6844892" cy="5639712"/>
          </a:xfrm>
        </p:spPr>
        <p:txBody>
          <a:bodyPr>
            <a:normAutofit/>
          </a:bodyPr>
          <a:lstStyle/>
          <a:p>
            <a:pPr>
              <a:lnSpc>
                <a:spcPct val="200000"/>
              </a:lnSpc>
            </a:pPr>
            <a:r>
              <a:rPr lang="fr-CA" dirty="0"/>
              <a:t>Ensemencement encore nécessaire pour l’instant (Figure 2)</a:t>
            </a:r>
          </a:p>
          <a:p>
            <a:pPr marL="0" indent="0">
              <a:lnSpc>
                <a:spcPct val="200000"/>
              </a:lnSpc>
              <a:buNone/>
            </a:pPr>
            <a:endParaRPr lang="fr-CA" dirty="0"/>
          </a:p>
          <a:p>
            <a:pPr>
              <a:lnSpc>
                <a:spcPct val="200000"/>
              </a:lnSpc>
            </a:pPr>
            <a:r>
              <a:rPr lang="fr-CA" dirty="0"/>
              <a:t>Déclin potentiel de 80% selon nos résultats donc confirme statut en voie de disparition</a:t>
            </a:r>
          </a:p>
          <a:p>
            <a:pPr lvl="1">
              <a:lnSpc>
                <a:spcPct val="200000"/>
              </a:lnSpc>
            </a:pPr>
            <a:r>
              <a:rPr lang="fr-CA" sz="2000" dirty="0"/>
              <a:t>Donc action nécessaire</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806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66DD8-8219-CF1B-134B-3A3C1821891D}"/>
              </a:ext>
            </a:extLst>
          </p:cNvPr>
          <p:cNvSpPr>
            <a:spLocks noGrp="1"/>
          </p:cNvSpPr>
          <p:nvPr>
            <p:ph type="title"/>
          </p:nvPr>
        </p:nvSpPr>
        <p:spPr/>
        <p:txBody>
          <a:bodyPr/>
          <a:lstStyle/>
          <a:p>
            <a:r>
              <a:rPr lang="fr-CA"/>
              <a:t>Limitations de l’étude</a:t>
            </a:r>
            <a:endParaRPr lang="fr-CA" dirty="0"/>
          </a:p>
        </p:txBody>
      </p:sp>
      <p:sp>
        <p:nvSpPr>
          <p:cNvPr id="3" name="Espace réservé du contenu 2">
            <a:extLst>
              <a:ext uri="{FF2B5EF4-FFF2-40B4-BE49-F238E27FC236}">
                <a16:creationId xmlns:a16="http://schemas.microsoft.com/office/drawing/2014/main" id="{76E70E93-C46E-8BE3-F6AA-2FF55DA44A33}"/>
              </a:ext>
            </a:extLst>
          </p:cNvPr>
          <p:cNvSpPr>
            <a:spLocks noGrp="1"/>
          </p:cNvSpPr>
          <p:nvPr>
            <p:ph idx="1"/>
          </p:nvPr>
        </p:nvSpPr>
        <p:spPr/>
        <p:txBody>
          <a:bodyPr/>
          <a:lstStyle/>
          <a:p>
            <a:pPr>
              <a:lnSpc>
                <a:spcPct val="200000"/>
              </a:lnSpc>
            </a:pPr>
            <a:r>
              <a:rPr lang="fr-CA"/>
              <a:t>N'inclue pas de facteurs de prédation ou de dégradation de l’habitat</a:t>
            </a:r>
          </a:p>
          <a:p>
            <a:pPr>
              <a:lnSpc>
                <a:spcPct val="200000"/>
              </a:lnSpc>
            </a:pPr>
            <a:r>
              <a:rPr lang="fr-CA"/>
              <a:t>Valeurs stades juvéniles tirées de Dahlberg (1979) = pas des </a:t>
            </a:r>
            <a:r>
              <a:rPr lang="fr-CA" i="1"/>
              <a:t>M.</a:t>
            </a:r>
            <a:r>
              <a:rPr lang="fr-CA"/>
              <a:t> </a:t>
            </a:r>
            <a:r>
              <a:rPr lang="fr-CA" i="1"/>
              <a:t>hubbsi </a:t>
            </a:r>
            <a:r>
              <a:rPr lang="fr-CA"/>
              <a:t>(surestimation possible)</a:t>
            </a:r>
          </a:p>
          <a:p>
            <a:pPr>
              <a:lnSpc>
                <a:spcPct val="200000"/>
              </a:lnSpc>
            </a:pPr>
            <a:r>
              <a:rPr lang="fr-CA"/>
              <a:t>Survie des ensemencements = survie des sauvages</a:t>
            </a:r>
          </a:p>
          <a:p>
            <a:pPr>
              <a:lnSpc>
                <a:spcPct val="200000"/>
              </a:lnSpc>
            </a:pPr>
            <a:r>
              <a:rPr lang="fr-CA"/>
              <a:t>Impossible individus &gt;30 ans</a:t>
            </a:r>
          </a:p>
          <a:p>
            <a:pPr>
              <a:lnSpc>
                <a:spcPct val="200000"/>
              </a:lnSpc>
            </a:pPr>
            <a:r>
              <a:rPr lang="fr-CA"/>
              <a:t>Pas d’impact de la génétique</a:t>
            </a:r>
            <a:endParaRPr lang="fr-CA" dirty="0"/>
          </a:p>
        </p:txBody>
      </p:sp>
    </p:spTree>
    <p:extLst>
      <p:ext uri="{BB962C8B-B14F-4D97-AF65-F5344CB8AC3E}">
        <p14:creationId xmlns:p14="http://schemas.microsoft.com/office/powerpoint/2010/main" val="1896708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6592201-F93D-A145-140C-4ED4769B3007}"/>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Partie 2</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1359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C2D6A5-520A-776E-E0CF-3651506DA145}"/>
              </a:ext>
            </a:extLst>
          </p:cNvPr>
          <p:cNvSpPr>
            <a:spLocks noGrp="1"/>
          </p:cNvSpPr>
          <p:nvPr>
            <p:ph type="title"/>
          </p:nvPr>
        </p:nvSpPr>
        <p:spPr/>
        <p:txBody>
          <a:bodyPr/>
          <a:lstStyle/>
          <a:p>
            <a:r>
              <a:rPr lang="fr-CA" dirty="0"/>
              <a:t>Méthode</a:t>
            </a:r>
          </a:p>
        </p:txBody>
      </p:sp>
      <p:sp>
        <p:nvSpPr>
          <p:cNvPr id="3" name="Espace réservé du contenu 2">
            <a:extLst>
              <a:ext uri="{FF2B5EF4-FFF2-40B4-BE49-F238E27FC236}">
                <a16:creationId xmlns:a16="http://schemas.microsoft.com/office/drawing/2014/main" id="{38AAA12E-716D-5899-9938-9C062F7A14B4}"/>
              </a:ext>
            </a:extLst>
          </p:cNvPr>
          <p:cNvSpPr>
            <a:spLocks noGrp="1"/>
          </p:cNvSpPr>
          <p:nvPr>
            <p:ph idx="1"/>
          </p:nvPr>
        </p:nvSpPr>
        <p:spPr/>
        <p:txBody>
          <a:bodyPr/>
          <a:lstStyle/>
          <a:p>
            <a:pPr>
              <a:lnSpc>
                <a:spcPct val="200000"/>
              </a:lnSpc>
            </a:pPr>
            <a:r>
              <a:rPr lang="fr-CA" dirty="0"/>
              <a:t>33 stades → 3 :</a:t>
            </a:r>
          </a:p>
          <a:p>
            <a:pPr lvl="1">
              <a:lnSpc>
                <a:spcPct val="200000"/>
              </a:lnSpc>
            </a:pPr>
            <a:r>
              <a:rPr lang="fr-CA" dirty="0"/>
              <a:t>Juvéniles (stades 1-3)</a:t>
            </a:r>
          </a:p>
          <a:p>
            <a:pPr lvl="1">
              <a:lnSpc>
                <a:spcPct val="200000"/>
              </a:lnSpc>
            </a:pPr>
            <a:r>
              <a:rPr lang="fr-CA" dirty="0"/>
              <a:t>Pré adultes (4-12)</a:t>
            </a:r>
          </a:p>
          <a:p>
            <a:pPr lvl="1">
              <a:lnSpc>
                <a:spcPct val="200000"/>
              </a:lnSpc>
            </a:pPr>
            <a:r>
              <a:rPr lang="fr-CA" dirty="0"/>
              <a:t>Adultes (13-32)</a:t>
            </a:r>
          </a:p>
          <a:p>
            <a:pPr>
              <a:lnSpc>
                <a:spcPct val="200000"/>
              </a:lnSpc>
            </a:pPr>
            <a:r>
              <a:rPr lang="fr-CA" dirty="0"/>
              <a:t>Utilisation de la méthode présentée dans </a:t>
            </a:r>
            <a:r>
              <a:rPr lang="fr-CA" dirty="0" err="1"/>
              <a:t>Hinrichsen</a:t>
            </a:r>
            <a:r>
              <a:rPr lang="fr-CA" dirty="0"/>
              <a:t> et al. (2026)</a:t>
            </a:r>
          </a:p>
        </p:txBody>
      </p:sp>
      <p:pic>
        <p:nvPicPr>
          <p:cNvPr id="5" name="Image 4">
            <a:extLst>
              <a:ext uri="{FF2B5EF4-FFF2-40B4-BE49-F238E27FC236}">
                <a16:creationId xmlns:a16="http://schemas.microsoft.com/office/drawing/2014/main" id="{9685D4F2-40A3-6B20-7AD7-ACCE12A4A00F}"/>
              </a:ext>
            </a:extLst>
          </p:cNvPr>
          <p:cNvPicPr>
            <a:picLocks noChangeAspect="1"/>
          </p:cNvPicPr>
          <p:nvPr/>
        </p:nvPicPr>
        <p:blipFill>
          <a:blip r:embed="rId2"/>
          <a:stretch>
            <a:fillRect/>
          </a:stretch>
        </p:blipFill>
        <p:spPr>
          <a:xfrm>
            <a:off x="6424521" y="3429000"/>
            <a:ext cx="1305107" cy="371527"/>
          </a:xfrm>
          <a:prstGeom prst="rect">
            <a:avLst/>
          </a:prstGeom>
        </p:spPr>
      </p:pic>
      <p:pic>
        <p:nvPicPr>
          <p:cNvPr id="7" name="Image 6">
            <a:extLst>
              <a:ext uri="{FF2B5EF4-FFF2-40B4-BE49-F238E27FC236}">
                <a16:creationId xmlns:a16="http://schemas.microsoft.com/office/drawing/2014/main" id="{BB415FDE-9E57-650D-4644-A3CC764FDA45}"/>
              </a:ext>
            </a:extLst>
          </p:cNvPr>
          <p:cNvPicPr>
            <a:picLocks noChangeAspect="1"/>
          </p:cNvPicPr>
          <p:nvPr/>
        </p:nvPicPr>
        <p:blipFill>
          <a:blip r:embed="rId3"/>
          <a:stretch>
            <a:fillRect/>
          </a:stretch>
        </p:blipFill>
        <p:spPr>
          <a:xfrm>
            <a:off x="8141582" y="3047946"/>
            <a:ext cx="2648320" cy="1133633"/>
          </a:xfrm>
          <a:prstGeom prst="rect">
            <a:avLst/>
          </a:prstGeom>
        </p:spPr>
      </p:pic>
      <p:sp>
        <p:nvSpPr>
          <p:cNvPr id="11" name="Flèche : courbe vers la droite 10">
            <a:extLst>
              <a:ext uri="{FF2B5EF4-FFF2-40B4-BE49-F238E27FC236}">
                <a16:creationId xmlns:a16="http://schemas.microsoft.com/office/drawing/2014/main" id="{7548656C-186D-3220-0CDB-0A482B5D9824}"/>
              </a:ext>
            </a:extLst>
          </p:cNvPr>
          <p:cNvSpPr/>
          <p:nvPr/>
        </p:nvSpPr>
        <p:spPr>
          <a:xfrm rot="13408708">
            <a:off x="8581230" y="4238713"/>
            <a:ext cx="799396" cy="1596650"/>
          </a:xfrm>
          <a:prstGeom prst="curvedRightArrow">
            <a:avLst>
              <a:gd name="adj1" fmla="val 6715"/>
              <a:gd name="adj2" fmla="val 50000"/>
              <a:gd name="adj3" fmla="val 53869"/>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A">
              <a:solidFill>
                <a:schemeClr val="tx1"/>
              </a:solidFill>
            </a:endParaRPr>
          </a:p>
        </p:txBody>
      </p:sp>
    </p:spTree>
    <p:extLst>
      <p:ext uri="{BB962C8B-B14F-4D97-AF65-F5344CB8AC3E}">
        <p14:creationId xmlns:p14="http://schemas.microsoft.com/office/powerpoint/2010/main" val="3744480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F1E310-7C7B-1E3D-DBA7-78328792D625}"/>
              </a:ext>
            </a:extLst>
          </p:cNvPr>
          <p:cNvSpPr>
            <a:spLocks noGrp="1"/>
          </p:cNvSpPr>
          <p:nvPr>
            <p:ph type="title"/>
          </p:nvPr>
        </p:nvSpPr>
        <p:spPr/>
        <p:txBody>
          <a:bodyPr/>
          <a:lstStyle/>
          <a:p>
            <a:r>
              <a:rPr lang="fr-CA" dirty="0"/>
              <a:t>Matrices</a:t>
            </a:r>
          </a:p>
        </p:txBody>
      </p:sp>
      <p:sp>
        <p:nvSpPr>
          <p:cNvPr id="3" name="Espace réservé du contenu 2">
            <a:extLst>
              <a:ext uri="{FF2B5EF4-FFF2-40B4-BE49-F238E27FC236}">
                <a16:creationId xmlns:a16="http://schemas.microsoft.com/office/drawing/2014/main" id="{EE1A390D-8519-2554-2768-18698B2C10FF}"/>
              </a:ext>
            </a:extLst>
          </p:cNvPr>
          <p:cNvSpPr>
            <a:spLocks noGrp="1"/>
          </p:cNvSpPr>
          <p:nvPr>
            <p:ph idx="1"/>
          </p:nvPr>
        </p:nvSpPr>
        <p:spPr/>
        <p:txBody>
          <a:bodyPr/>
          <a:lstStyle/>
          <a:p>
            <a:pPr>
              <a:lnSpc>
                <a:spcPct val="200000"/>
              </a:lnSpc>
            </a:pPr>
            <a:r>
              <a:rPr lang="el-GR" dirty="0"/>
              <a:t>λ</a:t>
            </a:r>
            <a:endParaRPr lang="fr-CA" dirty="0"/>
          </a:p>
          <a:p>
            <a:pPr lvl="1">
              <a:lnSpc>
                <a:spcPct val="200000"/>
              </a:lnSpc>
            </a:pPr>
            <a:r>
              <a:rPr lang="fr-CA" dirty="0"/>
              <a:t>Mesurée 0,957 → 0,953</a:t>
            </a:r>
          </a:p>
          <a:p>
            <a:pPr lvl="1">
              <a:lnSpc>
                <a:spcPct val="200000"/>
              </a:lnSpc>
            </a:pPr>
            <a:r>
              <a:rPr lang="fr-CA" dirty="0"/>
              <a:t>Menacée 0,984 → 0,985</a:t>
            </a:r>
          </a:p>
          <a:p>
            <a:pPr lvl="1">
              <a:lnSpc>
                <a:spcPct val="200000"/>
              </a:lnSpc>
            </a:pPr>
            <a:r>
              <a:rPr lang="fr-CA" dirty="0"/>
              <a:t>Nulle 1,002 → 1,003</a:t>
            </a:r>
          </a:p>
          <a:p>
            <a:pPr>
              <a:lnSpc>
                <a:spcPct val="200000"/>
              </a:lnSpc>
            </a:pPr>
            <a:endParaRPr lang="fr-CA" dirty="0"/>
          </a:p>
        </p:txBody>
      </p:sp>
      <p:grpSp>
        <p:nvGrpSpPr>
          <p:cNvPr id="7" name="Groupe 6">
            <a:extLst>
              <a:ext uri="{FF2B5EF4-FFF2-40B4-BE49-F238E27FC236}">
                <a16:creationId xmlns:a16="http://schemas.microsoft.com/office/drawing/2014/main" id="{31604140-0BE4-E83C-1948-7A6E95F7AEB4}"/>
              </a:ext>
            </a:extLst>
          </p:cNvPr>
          <p:cNvGrpSpPr/>
          <p:nvPr/>
        </p:nvGrpSpPr>
        <p:grpSpPr>
          <a:xfrm>
            <a:off x="5886450" y="2573894"/>
            <a:ext cx="5219700" cy="1352550"/>
            <a:chOff x="5886450" y="2573894"/>
            <a:chExt cx="5219700" cy="1352550"/>
          </a:xfrm>
        </p:grpSpPr>
        <p:sp>
          <p:nvSpPr>
            <p:cNvPr id="4" name="ZoneTexte 3">
              <a:extLst>
                <a:ext uri="{FF2B5EF4-FFF2-40B4-BE49-F238E27FC236}">
                  <a16:creationId xmlns:a16="http://schemas.microsoft.com/office/drawing/2014/main" id="{769DBEF4-FBE0-6D7D-A4A1-31856EB49A5B}"/>
                </a:ext>
              </a:extLst>
            </p:cNvPr>
            <p:cNvSpPr txBox="1"/>
            <p:nvPr/>
          </p:nvSpPr>
          <p:spPr>
            <a:xfrm>
              <a:off x="7343775" y="2789373"/>
              <a:ext cx="3505200" cy="923330"/>
            </a:xfrm>
            <a:prstGeom prst="rect">
              <a:avLst/>
            </a:prstGeom>
            <a:noFill/>
          </p:spPr>
          <p:txBody>
            <a:bodyPr wrap="square" rtlCol="0">
              <a:spAutoFit/>
            </a:bodyPr>
            <a:lstStyle/>
            <a:p>
              <a:r>
                <a:rPr lang="fr-CA" dirty="0"/>
                <a:t>0			0		34157</a:t>
              </a:r>
            </a:p>
            <a:p>
              <a:r>
                <a:rPr lang="fr-CA" dirty="0"/>
                <a:t>1,21*10</a:t>
              </a:r>
              <a:r>
                <a:rPr lang="fr-CA" baseline="30000" dirty="0"/>
                <a:t>-5</a:t>
              </a:r>
              <a:r>
                <a:rPr lang="fr-CA" dirty="0"/>
                <a:t>		0,725	0</a:t>
              </a:r>
            </a:p>
            <a:p>
              <a:r>
                <a:rPr lang="fr-CA" dirty="0"/>
                <a:t>0			0,050	0,905</a:t>
              </a:r>
            </a:p>
          </p:txBody>
        </p:sp>
        <p:sp>
          <p:nvSpPr>
            <p:cNvPr id="5" name="ZoneTexte 4">
              <a:extLst>
                <a:ext uri="{FF2B5EF4-FFF2-40B4-BE49-F238E27FC236}">
                  <a16:creationId xmlns:a16="http://schemas.microsoft.com/office/drawing/2014/main" id="{584A445A-35A4-5CCD-3E0F-1132280B6EBE}"/>
                </a:ext>
              </a:extLst>
            </p:cNvPr>
            <p:cNvSpPr txBox="1"/>
            <p:nvPr/>
          </p:nvSpPr>
          <p:spPr>
            <a:xfrm>
              <a:off x="5886450" y="3059668"/>
              <a:ext cx="1343025" cy="369332"/>
            </a:xfrm>
            <a:prstGeom prst="rect">
              <a:avLst/>
            </a:prstGeom>
            <a:noFill/>
          </p:spPr>
          <p:txBody>
            <a:bodyPr wrap="square" rtlCol="0">
              <a:spAutoFit/>
            </a:bodyPr>
            <a:lstStyle/>
            <a:p>
              <a:r>
                <a:rPr lang="fr-CA" dirty="0"/>
                <a:t>Mesurée =</a:t>
              </a:r>
            </a:p>
          </p:txBody>
        </p:sp>
        <p:sp>
          <p:nvSpPr>
            <p:cNvPr id="6" name="Accolades 5">
              <a:extLst>
                <a:ext uri="{FF2B5EF4-FFF2-40B4-BE49-F238E27FC236}">
                  <a16:creationId xmlns:a16="http://schemas.microsoft.com/office/drawing/2014/main" id="{88AA4DF5-8C2D-2045-0ED6-5A771E6D2A10}"/>
                </a:ext>
              </a:extLst>
            </p:cNvPr>
            <p:cNvSpPr/>
            <p:nvPr/>
          </p:nvSpPr>
          <p:spPr>
            <a:xfrm>
              <a:off x="7134225" y="2573894"/>
              <a:ext cx="3971925" cy="1352550"/>
            </a:xfrm>
            <a:prstGeom prst="brace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fr-CA"/>
            </a:p>
          </p:txBody>
        </p:sp>
      </p:grpSp>
    </p:spTree>
    <p:extLst>
      <p:ext uri="{BB962C8B-B14F-4D97-AF65-F5344CB8AC3E}">
        <p14:creationId xmlns:p14="http://schemas.microsoft.com/office/powerpoint/2010/main" val="3710197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E69A1AE-572E-D5B4-03BD-F325D0A3E202}"/>
              </a:ext>
            </a:extLst>
          </p:cNvPr>
          <p:cNvSpPr>
            <a:spLocks noGrp="1"/>
          </p:cNvSpPr>
          <p:nvPr>
            <p:ph type="title"/>
          </p:nvPr>
        </p:nvSpPr>
        <p:spPr/>
        <p:txBody>
          <a:bodyPr numCol="2"/>
          <a:lstStyle/>
          <a:p>
            <a:r>
              <a:rPr lang="fr-CA" dirty="0"/>
              <a:t>Avantages</a:t>
            </a:r>
            <a:br>
              <a:rPr lang="fr-CA" dirty="0"/>
            </a:br>
            <a:r>
              <a:rPr lang="fr-CA" dirty="0"/>
              <a:t>Désavantages	</a:t>
            </a:r>
          </a:p>
        </p:txBody>
      </p:sp>
      <p:sp>
        <p:nvSpPr>
          <p:cNvPr id="3" name="Espace réservé du contenu 2">
            <a:extLst>
              <a:ext uri="{FF2B5EF4-FFF2-40B4-BE49-F238E27FC236}">
                <a16:creationId xmlns:a16="http://schemas.microsoft.com/office/drawing/2014/main" id="{FC01AAB4-81AB-D42D-04AB-96781CB6AC94}"/>
              </a:ext>
            </a:extLst>
          </p:cNvPr>
          <p:cNvSpPr>
            <a:spLocks noGrp="1"/>
          </p:cNvSpPr>
          <p:nvPr>
            <p:ph idx="1"/>
          </p:nvPr>
        </p:nvSpPr>
        <p:spPr/>
        <p:txBody>
          <a:bodyPr numCol="2"/>
          <a:lstStyle/>
          <a:p>
            <a:pPr>
              <a:lnSpc>
                <a:spcPct val="200000"/>
              </a:lnSpc>
            </a:pPr>
            <a:r>
              <a:rPr lang="fr-CA" dirty="0"/>
              <a:t>Modification du calcul de la fécondité</a:t>
            </a:r>
          </a:p>
          <a:p>
            <a:pPr>
              <a:lnSpc>
                <a:spcPct val="200000"/>
              </a:lnSpc>
            </a:pPr>
            <a:r>
              <a:rPr lang="fr-CA" dirty="0"/>
              <a:t>Possibilité d’individus plus âgés que 30</a:t>
            </a:r>
          </a:p>
          <a:p>
            <a:pPr>
              <a:lnSpc>
                <a:spcPct val="200000"/>
              </a:lnSpc>
            </a:pPr>
            <a:r>
              <a:rPr lang="fr-CA" dirty="0"/>
              <a:t>Simplification</a:t>
            </a:r>
          </a:p>
          <a:p>
            <a:pPr>
              <a:lnSpc>
                <a:spcPct val="200000"/>
              </a:lnSpc>
            </a:pPr>
            <a:r>
              <a:rPr lang="fr-CA" dirty="0"/>
              <a:t>Diminution des incertitudes</a:t>
            </a:r>
          </a:p>
          <a:p>
            <a:pPr marL="0" indent="0">
              <a:lnSpc>
                <a:spcPct val="200000"/>
              </a:lnSpc>
              <a:buNone/>
            </a:pPr>
            <a:endParaRPr lang="fr-CA" dirty="0"/>
          </a:p>
          <a:p>
            <a:pPr>
              <a:lnSpc>
                <a:spcPct val="200000"/>
              </a:lnSpc>
            </a:pPr>
            <a:r>
              <a:rPr lang="fr-CA" dirty="0"/>
              <a:t>Perte d’information</a:t>
            </a:r>
          </a:p>
        </p:txBody>
      </p:sp>
    </p:spTree>
    <p:extLst>
      <p:ext uri="{BB962C8B-B14F-4D97-AF65-F5344CB8AC3E}">
        <p14:creationId xmlns:p14="http://schemas.microsoft.com/office/powerpoint/2010/main" val="11646789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4F7A99C-0ACF-5557-9578-B80FE0D75B77}"/>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a:t>Résultats</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Espace réservé du contenu 4">
            <a:extLst>
              <a:ext uri="{FF2B5EF4-FFF2-40B4-BE49-F238E27FC236}">
                <a16:creationId xmlns:a16="http://schemas.microsoft.com/office/drawing/2014/main" id="{DEB15709-306B-BF61-202F-0B24322B33A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362699" y="723901"/>
            <a:ext cx="2705100" cy="5410200"/>
          </a:xfrm>
          <a:prstGeom prst="rect">
            <a:avLst/>
          </a:prstGeom>
        </p:spPr>
      </p:pic>
    </p:spTree>
    <p:extLst>
      <p:ext uri="{BB962C8B-B14F-4D97-AF65-F5344CB8AC3E}">
        <p14:creationId xmlns:p14="http://schemas.microsoft.com/office/powerpoint/2010/main" val="14398996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CE99E6EA-6C50-A9AF-63F6-B30BF2E365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6955" y="1142995"/>
            <a:ext cx="5486411" cy="4572009"/>
          </a:xfrm>
          <a:prstGeom prst="rect">
            <a:avLst/>
          </a:prstGeom>
        </p:spPr>
      </p:pic>
    </p:spTree>
    <p:extLst>
      <p:ext uri="{BB962C8B-B14F-4D97-AF65-F5344CB8AC3E}">
        <p14:creationId xmlns:p14="http://schemas.microsoft.com/office/powerpoint/2010/main" val="4226334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du contenu 4">
            <a:extLst>
              <a:ext uri="{FF2B5EF4-FFF2-40B4-BE49-F238E27FC236}">
                <a16:creationId xmlns:a16="http://schemas.microsoft.com/office/drawing/2014/main" id="{2894EE87-C10F-C2AC-44DB-1A002CE4560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676813" y="967632"/>
            <a:ext cx="4488180" cy="3740150"/>
          </a:xfrm>
          <a:prstGeom prst="rect">
            <a:avLst/>
          </a:prstGeom>
        </p:spPr>
      </p:pic>
    </p:spTree>
    <p:extLst>
      <p:ext uri="{BB962C8B-B14F-4D97-AF65-F5344CB8AC3E}">
        <p14:creationId xmlns:p14="http://schemas.microsoft.com/office/powerpoint/2010/main" val="24496173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D15BD0-D23D-BCDB-DC4F-EC9E34FD8E77}"/>
              </a:ext>
            </a:extLst>
          </p:cNvPr>
          <p:cNvSpPr>
            <a:spLocks noGrp="1"/>
          </p:cNvSpPr>
          <p:nvPr>
            <p:ph type="title"/>
          </p:nvPr>
        </p:nvSpPr>
        <p:spPr/>
        <p:txBody>
          <a:bodyPr/>
          <a:lstStyle/>
          <a:p>
            <a:r>
              <a:rPr lang="fr-CA" dirty="0"/>
              <a:t>Discussion</a:t>
            </a:r>
          </a:p>
        </p:txBody>
      </p:sp>
      <p:sp>
        <p:nvSpPr>
          <p:cNvPr id="3" name="Espace réservé du contenu 2">
            <a:extLst>
              <a:ext uri="{FF2B5EF4-FFF2-40B4-BE49-F238E27FC236}">
                <a16:creationId xmlns:a16="http://schemas.microsoft.com/office/drawing/2014/main" id="{7FDDC518-1F1F-76F1-2545-8D01AE3B32C4}"/>
              </a:ext>
            </a:extLst>
          </p:cNvPr>
          <p:cNvSpPr>
            <a:spLocks noGrp="1"/>
          </p:cNvSpPr>
          <p:nvPr>
            <p:ph idx="1"/>
          </p:nvPr>
        </p:nvSpPr>
        <p:spPr/>
        <p:txBody>
          <a:bodyPr/>
          <a:lstStyle/>
          <a:p>
            <a:endParaRPr lang="fr-CA"/>
          </a:p>
        </p:txBody>
      </p:sp>
    </p:spTree>
    <p:extLst>
      <p:ext uri="{BB962C8B-B14F-4D97-AF65-F5344CB8AC3E}">
        <p14:creationId xmlns:p14="http://schemas.microsoft.com/office/powerpoint/2010/main" val="9016287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89A0B66-12A9-A560-B2C3-D5DE68D00757}"/>
              </a:ext>
            </a:extLst>
          </p:cNvPr>
          <p:cNvSpPr>
            <a:spLocks noGrp="1"/>
          </p:cNvSpPr>
          <p:nvPr>
            <p:ph type="title"/>
          </p:nvPr>
        </p:nvSpPr>
        <p:spPr>
          <a:xfrm>
            <a:off x="704088" y="4023657"/>
            <a:ext cx="3794760" cy="2110444"/>
          </a:xfrm>
        </p:spPr>
        <p:txBody>
          <a:bodyPr>
            <a:normAutofit/>
          </a:bodyPr>
          <a:lstStyle/>
          <a:p>
            <a:r>
              <a:rPr lang="fr-CA" dirty="0"/>
              <a:t>Conclusion</a:t>
            </a:r>
          </a:p>
        </p:txBody>
      </p:sp>
      <p:pic>
        <p:nvPicPr>
          <p:cNvPr id="2050" name="Picture 2" descr="Le chevalier cuivré, un poisson qui fraie à la Saint-Jean-Baptiste |  Radio-Canada">
            <a:extLst>
              <a:ext uri="{FF2B5EF4-FFF2-40B4-BE49-F238E27FC236}">
                <a16:creationId xmlns:a16="http://schemas.microsoft.com/office/drawing/2014/main" id="{6E929EB8-0E77-8D30-C757-71AEE670B4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 t="19251" r="1" b="28952"/>
          <a:stretch>
            <a:fillRect/>
          </a:stretch>
        </p:blipFill>
        <p:spPr bwMode="auto">
          <a:xfrm>
            <a:off x="800100" y="717656"/>
            <a:ext cx="10591800" cy="3086100"/>
          </a:xfrm>
          <a:prstGeom prst="rect">
            <a:avLst/>
          </a:prstGeom>
          <a:noFill/>
          <a:extLst>
            <a:ext uri="{909E8E84-426E-40DD-AFC4-6F175D3DCCD1}">
              <a14:hiddenFill xmlns:a14="http://schemas.microsoft.com/office/drawing/2010/main">
                <a:solidFill>
                  <a:srgbClr val="FFFFFF"/>
                </a:solidFill>
              </a14:hiddenFill>
            </a:ext>
          </a:extLst>
        </p:spPr>
      </p:pic>
      <p:cxnSp>
        <p:nvCxnSpPr>
          <p:cNvPr id="2057" name="Straight Connector 2056">
            <a:extLst>
              <a:ext uri="{FF2B5EF4-FFF2-40B4-BE49-F238E27FC236}">
                <a16:creationId xmlns:a16="http://schemas.microsoft.com/office/drawing/2014/main" id="{8E0104E4-99BC-494F-8342-F250828E57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876800" y="4114590"/>
            <a:ext cx="9818" cy="20195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D5F08C3C-2B07-D167-483B-592FFD9479FB}"/>
              </a:ext>
            </a:extLst>
          </p:cNvPr>
          <p:cNvSpPr>
            <a:spLocks noGrp="1"/>
          </p:cNvSpPr>
          <p:nvPr>
            <p:ph idx="1"/>
          </p:nvPr>
        </p:nvSpPr>
        <p:spPr>
          <a:xfrm>
            <a:off x="5350933" y="4088705"/>
            <a:ext cx="6135924" cy="2093976"/>
          </a:xfrm>
        </p:spPr>
        <p:txBody>
          <a:bodyPr>
            <a:normAutofit/>
          </a:bodyPr>
          <a:lstStyle/>
          <a:p>
            <a:r>
              <a:rPr lang="fr-CA" dirty="0"/>
              <a:t>Important de continuer à faire efforts</a:t>
            </a:r>
            <a:endParaRPr lang="fr-CA"/>
          </a:p>
          <a:p>
            <a:r>
              <a:rPr lang="fr-CA" dirty="0"/>
              <a:t>Mise en place d’ensemencement de pré-adultes</a:t>
            </a:r>
            <a:endParaRPr lang="fr-CA"/>
          </a:p>
          <a:p>
            <a:r>
              <a:rPr lang="fr-CA" dirty="0"/>
              <a:t>Informations supplémentaires et autres études à faire, </a:t>
            </a:r>
            <a:br>
              <a:rPr lang="fr-CA" dirty="0"/>
            </a:br>
            <a:r>
              <a:rPr lang="fr-CA" dirty="0"/>
              <a:t>car encore beaucoup d’incertitude</a:t>
            </a:r>
            <a:endParaRPr lang="fr-CA"/>
          </a:p>
        </p:txBody>
      </p:sp>
      <p:sp>
        <p:nvSpPr>
          <p:cNvPr id="4" name="ZoneTexte 3">
            <a:extLst>
              <a:ext uri="{FF2B5EF4-FFF2-40B4-BE49-F238E27FC236}">
                <a16:creationId xmlns:a16="http://schemas.microsoft.com/office/drawing/2014/main" id="{4908DAB4-9378-641C-7822-F8FFCB3F9F8A}"/>
              </a:ext>
            </a:extLst>
          </p:cNvPr>
          <p:cNvSpPr txBox="1"/>
          <p:nvPr/>
        </p:nvSpPr>
        <p:spPr>
          <a:xfrm>
            <a:off x="904672" y="787940"/>
            <a:ext cx="2791028" cy="338554"/>
          </a:xfrm>
          <a:prstGeom prst="rect">
            <a:avLst/>
          </a:prstGeom>
          <a:noFill/>
        </p:spPr>
        <p:txBody>
          <a:bodyPr wrap="square" rtlCol="0">
            <a:spAutoFit/>
          </a:bodyPr>
          <a:lstStyle/>
          <a:p>
            <a:r>
              <a:rPr lang="fr-CA" sz="800" dirty="0">
                <a:solidFill>
                  <a:schemeClr val="tx1">
                    <a:lumMod val="95000"/>
                    <a:lumOff val="5000"/>
                  </a:schemeClr>
                </a:solidFill>
              </a:rPr>
              <a:t>https://ici.radio-canada.ca/nouvelle/1803788/chevalier-cuivre-espece-en-voie-de-disparition-reproduction-artificielle</a:t>
            </a:r>
          </a:p>
        </p:txBody>
      </p:sp>
    </p:spTree>
    <p:extLst>
      <p:ext uri="{BB962C8B-B14F-4D97-AF65-F5344CB8AC3E}">
        <p14:creationId xmlns:p14="http://schemas.microsoft.com/office/powerpoint/2010/main" val="12097288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3079" name="Straight Connector 3078">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81" name="Straight Connector 3080">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3083" name="Rectangle 3082">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Pleins feux sur... le chevalier cuivré : portrait d'une espèce « en danger  » - Ministère des Forêts, de la Faune et des Parcs">
            <a:extLst>
              <a:ext uri="{FF2B5EF4-FFF2-40B4-BE49-F238E27FC236}">
                <a16:creationId xmlns:a16="http://schemas.microsoft.com/office/drawing/2014/main" id="{4C00A1DA-6ED6-C7B3-FAC3-90C08EBD5B8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444" t="-106" r="14444" b="104"/>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3085" name="Rectangle 3084">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D1DA8DF0-027D-CBFA-F9E4-EA0F931579EF}"/>
              </a:ext>
            </a:extLst>
          </p:cNvPr>
          <p:cNvSpPr>
            <a:spLocks noGrp="1"/>
          </p:cNvSpPr>
          <p:nvPr>
            <p:ph type="title"/>
          </p:nvPr>
        </p:nvSpPr>
        <p:spPr>
          <a:xfrm>
            <a:off x="704088" y="871759"/>
            <a:ext cx="5067300" cy="3497042"/>
          </a:xfrm>
        </p:spPr>
        <p:txBody>
          <a:bodyPr vert="horz" lIns="91440" tIns="45720" rIns="91440" bIns="45720" rtlCol="0" anchor="t">
            <a:normAutofit/>
          </a:bodyPr>
          <a:lstStyle/>
          <a:p>
            <a:r>
              <a:rPr lang="en-US" sz="5400" dirty="0">
                <a:solidFill>
                  <a:srgbClr val="FFFFFF"/>
                </a:solidFill>
              </a:rPr>
              <a:t>Merci !</a:t>
            </a:r>
          </a:p>
        </p:txBody>
      </p:sp>
      <p:cxnSp>
        <p:nvCxnSpPr>
          <p:cNvPr id="3087" name="Straight Connector 3086">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
        <p:nvSpPr>
          <p:cNvPr id="4" name="ZoneTexte 3">
            <a:extLst>
              <a:ext uri="{FF2B5EF4-FFF2-40B4-BE49-F238E27FC236}">
                <a16:creationId xmlns:a16="http://schemas.microsoft.com/office/drawing/2014/main" id="{80693467-78F2-1B86-B867-3754098C5644}"/>
              </a:ext>
            </a:extLst>
          </p:cNvPr>
          <p:cNvSpPr txBox="1"/>
          <p:nvPr/>
        </p:nvSpPr>
        <p:spPr>
          <a:xfrm>
            <a:off x="0" y="6627158"/>
            <a:ext cx="4001434" cy="230832"/>
          </a:xfrm>
          <a:prstGeom prst="rect">
            <a:avLst/>
          </a:prstGeom>
          <a:noFill/>
        </p:spPr>
        <p:txBody>
          <a:bodyPr wrap="square" rtlCol="0">
            <a:spAutoFit/>
          </a:bodyPr>
          <a:lstStyle/>
          <a:p>
            <a:r>
              <a:rPr lang="fr-CA" sz="900" dirty="0"/>
              <a:t>https://mffp.gouv.qc.ca/jeunesse/chevalier-cuivre-portrait-espece-danger/</a:t>
            </a:r>
          </a:p>
        </p:txBody>
      </p:sp>
    </p:spTree>
    <p:extLst>
      <p:ext uri="{BB962C8B-B14F-4D97-AF65-F5344CB8AC3E}">
        <p14:creationId xmlns:p14="http://schemas.microsoft.com/office/powerpoint/2010/main" val="784584029"/>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616</TotalTime>
  <Words>825</Words>
  <Application>Microsoft Office PowerPoint</Application>
  <PresentationFormat>Grand écran</PresentationFormat>
  <Paragraphs>97</Paragraphs>
  <Slides>26</Slides>
  <Notes>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26</vt:i4>
      </vt:variant>
    </vt:vector>
  </HeadingPairs>
  <TitlesOfParts>
    <vt:vector size="31" baseType="lpstr">
      <vt:lpstr>Aptos</vt:lpstr>
      <vt:lpstr>Arial</vt:lpstr>
      <vt:lpstr>Calisto MT</vt:lpstr>
      <vt:lpstr>Univers Condensed</vt: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Modèle</vt:lpstr>
      <vt:lpstr>Résultats</vt:lpstr>
      <vt:lpstr>Présentation PowerPoint</vt:lpstr>
      <vt:lpstr>Présentation PowerPoint</vt:lpstr>
      <vt:lpstr>Discussion</vt:lpstr>
      <vt:lpstr>Impact sur la conservation</vt:lpstr>
      <vt:lpstr>Limitations de l’étude</vt:lpstr>
      <vt:lpstr>Partie 2</vt:lpstr>
      <vt:lpstr>Méthode</vt:lpstr>
      <vt:lpstr>Matrices</vt:lpstr>
      <vt:lpstr>Avantages Désavantages </vt:lpstr>
      <vt:lpstr>Résultats</vt:lpstr>
      <vt:lpstr>Présentation PowerPoint</vt:lpstr>
      <vt:lpstr>Présentation PowerPoint</vt:lpstr>
      <vt:lpstr>Discussion</vt:lpstr>
      <vt:lpstr>Conclusion</vt:lpstr>
      <vt:lpstr>Merci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2</cp:revision>
  <dcterms:created xsi:type="dcterms:W3CDTF">2026-04-15T19:59:23Z</dcterms:created>
  <dcterms:modified xsi:type="dcterms:W3CDTF">2026-04-17T01:31:16Z</dcterms:modified>
</cp:coreProperties>
</file>